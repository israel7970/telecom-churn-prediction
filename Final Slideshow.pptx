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32" r:id="rId5"/>
    <p:sldMasterId id="2147483733" r:id="rId6"/>
    <p:sldMasterId id="214748373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y="5143500" cx="9144000"/>
  <p:notesSz cx="6858000" cy="9144000"/>
  <p:embeddedFontLst>
    <p:embeddedFont>
      <p:font typeface="Playfair Display Medium"/>
      <p:regular r:id="rId25"/>
      <p:bold r:id="rId26"/>
      <p:italic r:id="rId27"/>
      <p:boldItalic r:id="rId28"/>
    </p:embeddedFont>
    <p:embeddedFont>
      <p:font typeface="Roboto"/>
      <p:regular r:id="rId29"/>
      <p:bold r:id="rId30"/>
      <p:italic r:id="rId31"/>
      <p:boldItalic r:id="rId32"/>
    </p:embeddedFont>
    <p:embeddedFont>
      <p:font typeface="Playfair Display"/>
      <p:regular r:id="rId33"/>
      <p:bold r:id="rId34"/>
      <p:italic r:id="rId35"/>
      <p:boldItalic r:id="rId36"/>
    </p:embeddedFont>
    <p:embeddedFont>
      <p:font typeface="La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E930C4-D6D5-4BA5-8D0E-A51F1857BB57}">
  <a:tblStyle styleId="{07E930C4-D6D5-4BA5-8D0E-A51F1857BB5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Italic.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font" Target="fonts/PlayfairDisplayMedium-bold.fntdata"/><Relationship Id="rId25" Type="http://schemas.openxmlformats.org/officeDocument/2006/relationships/font" Target="fonts/PlayfairDisplayMedium-regular.fntdata"/><Relationship Id="rId28" Type="http://schemas.openxmlformats.org/officeDocument/2006/relationships/font" Target="fonts/PlayfairDisplayMedium-boldItalic.fntdata"/><Relationship Id="rId27" Type="http://schemas.openxmlformats.org/officeDocument/2006/relationships/font" Target="fonts/PlayfairDisplayMedium-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regular.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3.xml"/><Relationship Id="rId33" Type="http://schemas.openxmlformats.org/officeDocument/2006/relationships/font" Target="fonts/PlayfairDisplay-regular.fntdata"/><Relationship Id="rId10" Type="http://schemas.openxmlformats.org/officeDocument/2006/relationships/slide" Target="slides/slide2.xml"/><Relationship Id="rId32" Type="http://schemas.openxmlformats.org/officeDocument/2006/relationships/font" Target="fonts/Roboto-boldItalic.fntdata"/><Relationship Id="rId13" Type="http://schemas.openxmlformats.org/officeDocument/2006/relationships/slide" Target="slides/slide5.xml"/><Relationship Id="rId35" Type="http://schemas.openxmlformats.org/officeDocument/2006/relationships/font" Target="fonts/PlayfairDisplay-italic.fntdata"/><Relationship Id="rId12" Type="http://schemas.openxmlformats.org/officeDocument/2006/relationships/slide" Target="slides/slide4.xml"/><Relationship Id="rId34" Type="http://schemas.openxmlformats.org/officeDocument/2006/relationships/font" Target="fonts/PlayfairDisplay-bold.fntdata"/><Relationship Id="rId15" Type="http://schemas.openxmlformats.org/officeDocument/2006/relationships/slide" Target="slides/slide7.xml"/><Relationship Id="rId37" Type="http://schemas.openxmlformats.org/officeDocument/2006/relationships/font" Target="fonts/Lato-regular.fntdata"/><Relationship Id="rId14" Type="http://schemas.openxmlformats.org/officeDocument/2006/relationships/slide" Target="slides/slide6.xml"/><Relationship Id="rId36" Type="http://schemas.openxmlformats.org/officeDocument/2006/relationships/font" Target="fonts/PlayfairDisplay-boldItalic.fntdata"/><Relationship Id="rId17" Type="http://schemas.openxmlformats.org/officeDocument/2006/relationships/slide" Target="slides/slide9.xml"/><Relationship Id="rId39" Type="http://schemas.openxmlformats.org/officeDocument/2006/relationships/font" Target="fonts/Lato-italic.fntdata"/><Relationship Id="rId16" Type="http://schemas.openxmlformats.org/officeDocument/2006/relationships/slide" Target="slides/slide8.xml"/><Relationship Id="rId38" Type="http://schemas.openxmlformats.org/officeDocument/2006/relationships/font" Target="fonts/Lato-bold.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efefbbfdf6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efefbbfdf6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Kyle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f2e5ea4d0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3f2e5ea4d0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Kyle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efefbbfdf6_0_1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efefbbfdf6_0_1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Angel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efefbbfdf6_0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efefbbfdf6_0_1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Angel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efefbbfdf6_0_1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efefbbfdf6_0_1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Angel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f2e5ea4d0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f2e5ea4d0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Angel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efefbbfdf6_0_1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efefbbfdf6_0_1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Kyle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efefbbfdf6_0_1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efefbbfdf6_0_1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Kyle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efefbbfdf6_0_1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3efefbbfdf6_0_1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Samuel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f07f01c99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f07f01c99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Samuel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efefbbfdf6_0_1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efefbbfdf6_0_1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Samuel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efefbbfdf6_0_1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3efefbbfdf6_0_1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Israel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efefbbfdf6_0_1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efefbbfdf6_0_1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Jose Gabriel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efefbbfdf6_0_1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3efefbbfdf6_0_1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Jose Gabriel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f016200465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3f016200465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Jose Gabriel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efefbbfdf6_0_8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3efefbbfdf6_0_8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4" name="Shape 54"/>
        <p:cNvGrpSpPr/>
        <p:nvPr/>
      </p:nvGrpSpPr>
      <p:grpSpPr>
        <a:xfrm>
          <a:off x="0" y="0"/>
          <a:ext cx="0" cy="0"/>
          <a:chOff x="0" y="0"/>
          <a:chExt cx="0" cy="0"/>
        </a:xfrm>
      </p:grpSpPr>
      <p:sp>
        <p:nvSpPr>
          <p:cNvPr id="55" name="Google Shape;55;p14"/>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56" name="Google Shape;56;p14"/>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57" name="Google Shape;57;p14"/>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p:cSld name="BLANK_1_1_1_1_8">
    <p:spTree>
      <p:nvGrpSpPr>
        <p:cNvPr id="58" name="Shape 58"/>
        <p:cNvGrpSpPr/>
        <p:nvPr/>
      </p:nvGrpSpPr>
      <p:grpSpPr>
        <a:xfrm>
          <a:off x="0" y="0"/>
          <a:ext cx="0" cy="0"/>
          <a:chOff x="0" y="0"/>
          <a:chExt cx="0" cy="0"/>
        </a:xfrm>
      </p:grpSpPr>
      <p:sp>
        <p:nvSpPr>
          <p:cNvPr id="59" name="Google Shape;59;p15"/>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60" name="Google Shape;60;p15"/>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61" name="Google Shape;61;p15"/>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15"/>
          <p:cNvSpPr txBox="1"/>
          <p:nvPr>
            <p:ph idx="2" type="subTitle"/>
          </p:nvPr>
        </p:nvSpPr>
        <p:spPr>
          <a:xfrm>
            <a:off x="4071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63" name="Google Shape;63;p15"/>
          <p:cNvSpPr txBox="1"/>
          <p:nvPr>
            <p:ph idx="3" type="subTitle"/>
          </p:nvPr>
        </p:nvSpPr>
        <p:spPr>
          <a:xfrm>
            <a:off x="27105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64" name="Google Shape;64;p15"/>
          <p:cNvSpPr txBox="1"/>
          <p:nvPr>
            <p:ph idx="4" type="subTitle"/>
          </p:nvPr>
        </p:nvSpPr>
        <p:spPr>
          <a:xfrm>
            <a:off x="50140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65" name="Google Shape;65;p15"/>
          <p:cNvSpPr txBox="1"/>
          <p:nvPr>
            <p:ph idx="5" type="subTitle"/>
          </p:nvPr>
        </p:nvSpPr>
        <p:spPr>
          <a:xfrm>
            <a:off x="73174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66" name="Google Shape;66;p15"/>
          <p:cNvSpPr txBox="1"/>
          <p:nvPr>
            <p:ph idx="6" type="body"/>
          </p:nvPr>
        </p:nvSpPr>
        <p:spPr>
          <a:xfrm>
            <a:off x="4071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67" name="Google Shape;67;p15"/>
          <p:cNvSpPr txBox="1"/>
          <p:nvPr>
            <p:ph idx="7" type="body"/>
          </p:nvPr>
        </p:nvSpPr>
        <p:spPr>
          <a:xfrm>
            <a:off x="27105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68" name="Google Shape;68;p15"/>
          <p:cNvSpPr txBox="1"/>
          <p:nvPr>
            <p:ph idx="8" type="body"/>
          </p:nvPr>
        </p:nvSpPr>
        <p:spPr>
          <a:xfrm>
            <a:off x="50140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69" name="Google Shape;69;p15"/>
          <p:cNvSpPr txBox="1"/>
          <p:nvPr>
            <p:ph idx="9" type="body"/>
          </p:nvPr>
        </p:nvSpPr>
        <p:spPr>
          <a:xfrm>
            <a:off x="73174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with small statement">
  <p:cSld name="BLANK_1_1_1_1_6">
    <p:spTree>
      <p:nvGrpSpPr>
        <p:cNvPr id="70" name="Shape 70"/>
        <p:cNvGrpSpPr/>
        <p:nvPr/>
      </p:nvGrpSpPr>
      <p:grpSpPr>
        <a:xfrm>
          <a:off x="0" y="0"/>
          <a:ext cx="0" cy="0"/>
          <a:chOff x="0" y="0"/>
          <a:chExt cx="0" cy="0"/>
        </a:xfrm>
      </p:grpSpPr>
      <p:sp>
        <p:nvSpPr>
          <p:cNvPr id="71" name="Google Shape;71;p16"/>
          <p:cNvSpPr txBox="1"/>
          <p:nvPr>
            <p:ph idx="1" type="body"/>
          </p:nvPr>
        </p:nvSpPr>
        <p:spPr>
          <a:xfrm>
            <a:off x="5503325" y="524750"/>
            <a:ext cx="3356100" cy="877800"/>
          </a:xfrm>
          <a:prstGeom prst="rect">
            <a:avLst/>
          </a:prstGeom>
        </p:spPr>
        <p:txBody>
          <a:bodyPr anchorCtr="0" anchor="t" bIns="0" lIns="0" spcFirstLastPara="1" rIns="0" wrap="square" tIns="0">
            <a:spAutoFit/>
          </a:bodyPr>
          <a:lstStyle>
            <a:lvl1pPr indent="-342900" lvl="0" marL="457200">
              <a:spcBef>
                <a:spcPts val="0"/>
              </a:spcBef>
              <a:spcAft>
                <a:spcPts val="0"/>
              </a:spcAft>
              <a:buClr>
                <a:schemeClr val="lt1"/>
              </a:buClr>
              <a:buSzPts val="1800"/>
              <a:buFont typeface="Lato"/>
              <a:buChar char="●"/>
              <a:defRPr sz="1800"/>
            </a:lvl1pPr>
            <a:lvl2pPr indent="-342900" lvl="1" marL="914400">
              <a:spcBef>
                <a:spcPts val="0"/>
              </a:spcBef>
              <a:spcAft>
                <a:spcPts val="0"/>
              </a:spcAft>
              <a:buClr>
                <a:schemeClr val="lt1"/>
              </a:buClr>
              <a:buSzPts val="1800"/>
              <a:buFont typeface="Lato"/>
              <a:buChar char="○"/>
              <a:defRPr sz="1800"/>
            </a:lvl2pPr>
            <a:lvl3pPr indent="-342900" lvl="2" marL="1371600">
              <a:spcBef>
                <a:spcPts val="0"/>
              </a:spcBef>
              <a:spcAft>
                <a:spcPts val="0"/>
              </a:spcAft>
              <a:buClr>
                <a:schemeClr val="lt1"/>
              </a:buClr>
              <a:buSzPts val="1800"/>
              <a:buFont typeface="Lato"/>
              <a:buChar char="■"/>
              <a:defRPr sz="1800"/>
            </a:lvl3pPr>
            <a:lvl4pPr indent="-342900" lvl="3" marL="1828800">
              <a:spcBef>
                <a:spcPts val="0"/>
              </a:spcBef>
              <a:spcAft>
                <a:spcPts val="0"/>
              </a:spcAft>
              <a:buClr>
                <a:schemeClr val="lt1"/>
              </a:buClr>
              <a:buSzPts val="1800"/>
              <a:buFont typeface="Lato"/>
              <a:buChar char="●"/>
              <a:defRPr sz="1800"/>
            </a:lvl4pPr>
            <a:lvl5pPr indent="-342900" lvl="4" marL="2286000">
              <a:spcBef>
                <a:spcPts val="0"/>
              </a:spcBef>
              <a:spcAft>
                <a:spcPts val="0"/>
              </a:spcAft>
              <a:buClr>
                <a:schemeClr val="lt1"/>
              </a:buClr>
              <a:buSzPts val="1800"/>
              <a:buFont typeface="Lato"/>
              <a:buChar char="○"/>
              <a:defRPr sz="1800"/>
            </a:lvl5pPr>
            <a:lvl6pPr indent="-342900" lvl="5" marL="2743200">
              <a:spcBef>
                <a:spcPts val="0"/>
              </a:spcBef>
              <a:spcAft>
                <a:spcPts val="0"/>
              </a:spcAft>
              <a:buClr>
                <a:schemeClr val="lt1"/>
              </a:buClr>
              <a:buSzPts val="1800"/>
              <a:buFont typeface="Lato"/>
              <a:buChar char="■"/>
              <a:defRPr sz="1800"/>
            </a:lvl6pPr>
            <a:lvl7pPr indent="-342900" lvl="6" marL="3200400">
              <a:spcBef>
                <a:spcPts val="0"/>
              </a:spcBef>
              <a:spcAft>
                <a:spcPts val="0"/>
              </a:spcAft>
              <a:buClr>
                <a:schemeClr val="lt1"/>
              </a:buClr>
              <a:buSzPts val="1800"/>
              <a:buFont typeface="Lato"/>
              <a:buChar char="●"/>
              <a:defRPr sz="1800"/>
            </a:lvl7pPr>
            <a:lvl8pPr indent="-342900" lvl="7" marL="3657600">
              <a:spcBef>
                <a:spcPts val="0"/>
              </a:spcBef>
              <a:spcAft>
                <a:spcPts val="0"/>
              </a:spcAft>
              <a:buClr>
                <a:schemeClr val="lt1"/>
              </a:buClr>
              <a:buSzPts val="1800"/>
              <a:buFont typeface="Lato"/>
              <a:buChar char="○"/>
              <a:defRPr sz="1800"/>
            </a:lvl8pPr>
            <a:lvl9pPr indent="-342900" lvl="8" marL="4114800">
              <a:spcBef>
                <a:spcPts val="0"/>
              </a:spcBef>
              <a:spcAft>
                <a:spcPts val="0"/>
              </a:spcAft>
              <a:buClr>
                <a:schemeClr val="lt1"/>
              </a:buClr>
              <a:buSzPts val="1800"/>
              <a:buFont typeface="Lato"/>
              <a:buChar char="■"/>
              <a:defRPr sz="1800"/>
            </a:lvl9pPr>
          </a:lstStyle>
          <a:p/>
        </p:txBody>
      </p:sp>
      <p:sp>
        <p:nvSpPr>
          <p:cNvPr id="72" name="Google Shape;72;p16"/>
          <p:cNvSpPr txBox="1"/>
          <p:nvPr>
            <p:ph type="title"/>
          </p:nvPr>
        </p:nvSpPr>
        <p:spPr>
          <a:xfrm>
            <a:off x="276075" y="457200"/>
            <a:ext cx="50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73" name="Google Shape;73;p16"/>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74" name="Google Shape;74;p16"/>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6"/>
          <p:cNvSpPr txBox="1"/>
          <p:nvPr>
            <p:ph idx="3" type="subTitle"/>
          </p:nvPr>
        </p:nvSpPr>
        <p:spPr>
          <a:xfrm>
            <a:off x="27952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76" name="Google Shape;76;p16"/>
          <p:cNvSpPr txBox="1"/>
          <p:nvPr>
            <p:ph idx="4" type="subTitle"/>
          </p:nvPr>
        </p:nvSpPr>
        <p:spPr>
          <a:xfrm>
            <a:off x="2489940"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77" name="Google Shape;77;p16"/>
          <p:cNvSpPr txBox="1"/>
          <p:nvPr>
            <p:ph idx="5" type="subTitle"/>
          </p:nvPr>
        </p:nvSpPr>
        <p:spPr>
          <a:xfrm>
            <a:off x="469513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78" name="Google Shape;78;p16"/>
          <p:cNvSpPr txBox="1"/>
          <p:nvPr>
            <p:ph idx="6" type="subTitle"/>
          </p:nvPr>
        </p:nvSpPr>
        <p:spPr>
          <a:xfrm>
            <a:off x="6900335"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79" name="Google Shape;79;p16"/>
          <p:cNvSpPr txBox="1"/>
          <p:nvPr>
            <p:ph idx="7" type="body"/>
          </p:nvPr>
        </p:nvSpPr>
        <p:spPr>
          <a:xfrm>
            <a:off x="27495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80" name="Google Shape;80;p16"/>
          <p:cNvSpPr txBox="1"/>
          <p:nvPr>
            <p:ph idx="8" type="body"/>
          </p:nvPr>
        </p:nvSpPr>
        <p:spPr>
          <a:xfrm>
            <a:off x="248994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81" name="Google Shape;81;p16"/>
          <p:cNvSpPr txBox="1"/>
          <p:nvPr>
            <p:ph idx="9" type="body"/>
          </p:nvPr>
        </p:nvSpPr>
        <p:spPr>
          <a:xfrm>
            <a:off x="470493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82" name="Google Shape;82;p16"/>
          <p:cNvSpPr txBox="1"/>
          <p:nvPr>
            <p:ph idx="13" type="body"/>
          </p:nvPr>
        </p:nvSpPr>
        <p:spPr>
          <a:xfrm>
            <a:off x="6900335"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83" name="Google Shape;83;p16"/>
          <p:cNvSpPr txBox="1"/>
          <p:nvPr>
            <p:ph idx="14" type="subTitle"/>
          </p:nvPr>
        </p:nvSpPr>
        <p:spPr>
          <a:xfrm>
            <a:off x="27952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84" name="Google Shape;84;p16"/>
          <p:cNvSpPr txBox="1"/>
          <p:nvPr>
            <p:ph idx="15" type="subTitle"/>
          </p:nvPr>
        </p:nvSpPr>
        <p:spPr>
          <a:xfrm>
            <a:off x="248995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85" name="Google Shape;85;p16"/>
          <p:cNvSpPr txBox="1"/>
          <p:nvPr>
            <p:ph idx="16" type="subTitle"/>
          </p:nvPr>
        </p:nvSpPr>
        <p:spPr>
          <a:xfrm>
            <a:off x="470037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86" name="Google Shape;86;p16"/>
          <p:cNvSpPr txBox="1"/>
          <p:nvPr>
            <p:ph idx="17" type="subTitle"/>
          </p:nvPr>
        </p:nvSpPr>
        <p:spPr>
          <a:xfrm>
            <a:off x="691080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right image and 2 text boxes">
  <p:cSld name="BLANK_1_1_1_1_5">
    <p:spTree>
      <p:nvGrpSpPr>
        <p:cNvPr id="87" name="Shape 87"/>
        <p:cNvGrpSpPr/>
        <p:nvPr/>
      </p:nvGrpSpPr>
      <p:grpSpPr>
        <a:xfrm>
          <a:off x="0" y="0"/>
          <a:ext cx="0" cy="0"/>
          <a:chOff x="0" y="0"/>
          <a:chExt cx="0" cy="0"/>
        </a:xfrm>
      </p:grpSpPr>
      <p:sp>
        <p:nvSpPr>
          <p:cNvPr id="88" name="Google Shape;88;p17"/>
          <p:cNvSpPr txBox="1"/>
          <p:nvPr>
            <p:ph type="title"/>
          </p:nvPr>
        </p:nvSpPr>
        <p:spPr>
          <a:xfrm>
            <a:off x="276075" y="457200"/>
            <a:ext cx="6432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89" name="Google Shape;89;p17"/>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7"/>
          <p:cNvSpPr/>
          <p:nvPr>
            <p:ph idx="2" type="pic"/>
          </p:nvPr>
        </p:nvSpPr>
        <p:spPr>
          <a:xfrm>
            <a:off x="6802800" y="0"/>
            <a:ext cx="2341200" cy="1189800"/>
          </a:xfrm>
          <a:prstGeom prst="rect">
            <a:avLst/>
          </a:prstGeom>
          <a:noFill/>
          <a:ln>
            <a:noFill/>
          </a:ln>
        </p:spPr>
      </p:sp>
      <p:sp>
        <p:nvSpPr>
          <p:cNvPr id="91" name="Google Shape;91;p17"/>
          <p:cNvSpPr txBox="1"/>
          <p:nvPr>
            <p:ph idx="1" type="subTitle"/>
          </p:nvPr>
        </p:nvSpPr>
        <p:spPr>
          <a:xfrm>
            <a:off x="4682775" y="2717425"/>
            <a:ext cx="20262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92" name="Google Shape;92;p17"/>
          <p:cNvSpPr txBox="1"/>
          <p:nvPr>
            <p:ph idx="3" type="subTitle"/>
          </p:nvPr>
        </p:nvSpPr>
        <p:spPr>
          <a:xfrm>
            <a:off x="6843453" y="2717425"/>
            <a:ext cx="20301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93" name="Google Shape;93;p17"/>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94" name="Google Shape;94;p17"/>
          <p:cNvSpPr txBox="1"/>
          <p:nvPr>
            <p:ph idx="5" type="body"/>
          </p:nvPr>
        </p:nvSpPr>
        <p:spPr>
          <a:xfrm>
            <a:off x="4682775" y="3042765"/>
            <a:ext cx="20262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95" name="Google Shape;95;p17"/>
          <p:cNvSpPr txBox="1"/>
          <p:nvPr>
            <p:ph idx="6" type="body"/>
          </p:nvPr>
        </p:nvSpPr>
        <p:spPr>
          <a:xfrm>
            <a:off x="6843455" y="3042765"/>
            <a:ext cx="20301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peakers info">
  <p:cSld name="BLANK_1_1_1_1_3">
    <p:spTree>
      <p:nvGrpSpPr>
        <p:cNvPr id="96" name="Shape 96"/>
        <p:cNvGrpSpPr/>
        <p:nvPr/>
      </p:nvGrpSpPr>
      <p:grpSpPr>
        <a:xfrm>
          <a:off x="0" y="0"/>
          <a:ext cx="0" cy="0"/>
          <a:chOff x="0" y="0"/>
          <a:chExt cx="0" cy="0"/>
        </a:xfrm>
      </p:grpSpPr>
      <p:sp>
        <p:nvSpPr>
          <p:cNvPr id="97" name="Google Shape;97;p18"/>
          <p:cNvSpPr/>
          <p:nvPr/>
        </p:nvSpPr>
        <p:spPr>
          <a:xfrm>
            <a:off x="5461825" y="850"/>
            <a:ext cx="3682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8" name="Google Shape;98;p18"/>
          <p:cNvSpPr txBox="1"/>
          <p:nvPr>
            <p:ph idx="1" type="subTitle"/>
          </p:nvPr>
        </p:nvSpPr>
        <p:spPr>
          <a:xfrm>
            <a:off x="1987875"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99" name="Google Shape;99;p18"/>
          <p:cNvSpPr txBox="1"/>
          <p:nvPr>
            <p:ph idx="2" type="subTitle"/>
          </p:nvPr>
        </p:nvSpPr>
        <p:spPr>
          <a:xfrm>
            <a:off x="1987875"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100" name="Google Shape;100;p18"/>
          <p:cNvSpPr/>
          <p:nvPr>
            <p:ph idx="3" type="pic"/>
          </p:nvPr>
        </p:nvSpPr>
        <p:spPr>
          <a:xfrm>
            <a:off x="-50" y="1424175"/>
            <a:ext cx="1838100" cy="3267000"/>
          </a:xfrm>
          <a:prstGeom prst="rect">
            <a:avLst/>
          </a:prstGeom>
          <a:noFill/>
          <a:ln>
            <a:noFill/>
          </a:ln>
        </p:spPr>
      </p:sp>
      <p:sp>
        <p:nvSpPr>
          <p:cNvPr id="101" name="Google Shape;101;p18"/>
          <p:cNvSpPr/>
          <p:nvPr>
            <p:ph idx="4" type="pic"/>
          </p:nvPr>
        </p:nvSpPr>
        <p:spPr>
          <a:xfrm>
            <a:off x="4527160" y="1424175"/>
            <a:ext cx="1838100" cy="3267000"/>
          </a:xfrm>
          <a:prstGeom prst="rect">
            <a:avLst/>
          </a:prstGeom>
          <a:noFill/>
          <a:ln>
            <a:noFill/>
          </a:ln>
        </p:spPr>
      </p:sp>
      <p:sp>
        <p:nvSpPr>
          <p:cNvPr id="102" name="Google Shape;102;p18"/>
          <p:cNvSpPr txBox="1"/>
          <p:nvPr>
            <p:ph idx="5" type="subTitle"/>
          </p:nvPr>
        </p:nvSpPr>
        <p:spPr>
          <a:xfrm>
            <a:off x="6525486"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03" name="Google Shape;103;p18"/>
          <p:cNvSpPr txBox="1"/>
          <p:nvPr>
            <p:ph idx="6" type="subTitle"/>
          </p:nvPr>
        </p:nvSpPr>
        <p:spPr>
          <a:xfrm>
            <a:off x="6525486"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104" name="Google Shape;104;p18"/>
          <p:cNvSpPr txBox="1"/>
          <p:nvPr>
            <p:ph type="title"/>
          </p:nvPr>
        </p:nvSpPr>
        <p:spPr>
          <a:xfrm>
            <a:off x="276075" y="457200"/>
            <a:ext cx="4248900" cy="7614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05" name="Google Shape;105;p18"/>
          <p:cNvSpPr txBox="1"/>
          <p:nvPr>
            <p:ph idx="7"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06" name="Google Shape;106;p18"/>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8"/>
          <p:cNvSpPr txBox="1"/>
          <p:nvPr>
            <p:ph idx="8" type="body"/>
          </p:nvPr>
        </p:nvSpPr>
        <p:spPr>
          <a:xfrm>
            <a:off x="1987875" y="3545425"/>
            <a:ext cx="17550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
        <p:nvSpPr>
          <p:cNvPr id="108" name="Google Shape;108;p18"/>
          <p:cNvSpPr txBox="1"/>
          <p:nvPr>
            <p:ph idx="9" type="body"/>
          </p:nvPr>
        </p:nvSpPr>
        <p:spPr>
          <a:xfrm>
            <a:off x="6536675" y="3545425"/>
            <a:ext cx="16998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BLANK_1_1_1_1_2">
    <p:spTree>
      <p:nvGrpSpPr>
        <p:cNvPr id="109" name="Shape 109"/>
        <p:cNvGrpSpPr/>
        <p:nvPr/>
      </p:nvGrpSpPr>
      <p:grpSpPr>
        <a:xfrm>
          <a:off x="0" y="0"/>
          <a:ext cx="0" cy="0"/>
          <a:chOff x="0" y="0"/>
          <a:chExt cx="0" cy="0"/>
        </a:xfrm>
      </p:grpSpPr>
      <p:sp>
        <p:nvSpPr>
          <p:cNvPr id="110" name="Google Shape;110;p19"/>
          <p:cNvSpPr/>
          <p:nvPr>
            <p:ph idx="2" type="pic"/>
          </p:nvPr>
        </p:nvSpPr>
        <p:spPr>
          <a:xfrm>
            <a:off x="4138225" y="517875"/>
            <a:ext cx="1152300" cy="1203600"/>
          </a:xfrm>
          <a:prstGeom prst="rect">
            <a:avLst/>
          </a:prstGeom>
          <a:noFill/>
          <a:ln>
            <a:noFill/>
          </a:ln>
        </p:spPr>
      </p:sp>
      <p:sp>
        <p:nvSpPr>
          <p:cNvPr id="111" name="Google Shape;111;p19"/>
          <p:cNvSpPr/>
          <p:nvPr>
            <p:ph idx="3" type="pic"/>
          </p:nvPr>
        </p:nvSpPr>
        <p:spPr>
          <a:xfrm>
            <a:off x="4138225" y="1957188"/>
            <a:ext cx="1152300" cy="1203600"/>
          </a:xfrm>
          <a:prstGeom prst="rect">
            <a:avLst/>
          </a:prstGeom>
          <a:noFill/>
          <a:ln>
            <a:noFill/>
          </a:ln>
        </p:spPr>
      </p:sp>
      <p:sp>
        <p:nvSpPr>
          <p:cNvPr id="112" name="Google Shape;112;p19"/>
          <p:cNvSpPr/>
          <p:nvPr>
            <p:ph idx="4" type="pic"/>
          </p:nvPr>
        </p:nvSpPr>
        <p:spPr>
          <a:xfrm>
            <a:off x="4138213" y="3403813"/>
            <a:ext cx="1152300" cy="1203600"/>
          </a:xfrm>
          <a:prstGeom prst="rect">
            <a:avLst/>
          </a:prstGeom>
          <a:noFill/>
          <a:ln>
            <a:noFill/>
          </a:ln>
        </p:spPr>
      </p:sp>
      <p:sp>
        <p:nvSpPr>
          <p:cNvPr id="113" name="Google Shape;113;p19"/>
          <p:cNvSpPr/>
          <p:nvPr>
            <p:ph idx="5" type="pic"/>
          </p:nvPr>
        </p:nvSpPr>
        <p:spPr>
          <a:xfrm>
            <a:off x="6573252" y="517875"/>
            <a:ext cx="1152300" cy="1203600"/>
          </a:xfrm>
          <a:prstGeom prst="rect">
            <a:avLst/>
          </a:prstGeom>
          <a:noFill/>
          <a:ln>
            <a:noFill/>
          </a:ln>
        </p:spPr>
      </p:sp>
      <p:sp>
        <p:nvSpPr>
          <p:cNvPr id="114" name="Google Shape;114;p19"/>
          <p:cNvSpPr/>
          <p:nvPr>
            <p:ph idx="6" type="pic"/>
          </p:nvPr>
        </p:nvSpPr>
        <p:spPr>
          <a:xfrm>
            <a:off x="6573252" y="1957188"/>
            <a:ext cx="1152300" cy="1203600"/>
          </a:xfrm>
          <a:prstGeom prst="rect">
            <a:avLst/>
          </a:prstGeom>
          <a:noFill/>
          <a:ln>
            <a:noFill/>
          </a:ln>
        </p:spPr>
      </p:sp>
      <p:sp>
        <p:nvSpPr>
          <p:cNvPr id="115" name="Google Shape;115;p19"/>
          <p:cNvSpPr/>
          <p:nvPr>
            <p:ph idx="7" type="pic"/>
          </p:nvPr>
        </p:nvSpPr>
        <p:spPr>
          <a:xfrm>
            <a:off x="6573252" y="3403813"/>
            <a:ext cx="1152300" cy="1203600"/>
          </a:xfrm>
          <a:prstGeom prst="rect">
            <a:avLst/>
          </a:prstGeom>
          <a:noFill/>
          <a:ln>
            <a:noFill/>
          </a:ln>
        </p:spPr>
      </p:sp>
      <p:sp>
        <p:nvSpPr>
          <p:cNvPr id="116" name="Google Shape;116;p19"/>
          <p:cNvSpPr txBox="1"/>
          <p:nvPr>
            <p:ph idx="1" type="subTitle"/>
          </p:nvPr>
        </p:nvSpPr>
        <p:spPr>
          <a:xfrm>
            <a:off x="5406561"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17" name="Google Shape;117;p19"/>
          <p:cNvSpPr txBox="1"/>
          <p:nvPr>
            <p:ph idx="8" type="subTitle"/>
          </p:nvPr>
        </p:nvSpPr>
        <p:spPr>
          <a:xfrm>
            <a:off x="5406561"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18" name="Google Shape;118;p19"/>
          <p:cNvSpPr txBox="1"/>
          <p:nvPr>
            <p:ph idx="9" type="subTitle"/>
          </p:nvPr>
        </p:nvSpPr>
        <p:spPr>
          <a:xfrm>
            <a:off x="5406561"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19" name="Google Shape;119;p19"/>
          <p:cNvSpPr txBox="1"/>
          <p:nvPr>
            <p:ph idx="13" type="subTitle"/>
          </p:nvPr>
        </p:nvSpPr>
        <p:spPr>
          <a:xfrm>
            <a:off x="7840736"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20" name="Google Shape;120;p19"/>
          <p:cNvSpPr txBox="1"/>
          <p:nvPr>
            <p:ph idx="14" type="subTitle"/>
          </p:nvPr>
        </p:nvSpPr>
        <p:spPr>
          <a:xfrm>
            <a:off x="7840736"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21" name="Google Shape;121;p19"/>
          <p:cNvSpPr txBox="1"/>
          <p:nvPr>
            <p:ph idx="15" type="subTitle"/>
          </p:nvPr>
        </p:nvSpPr>
        <p:spPr>
          <a:xfrm>
            <a:off x="7840736"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22" name="Google Shape;122;p19"/>
          <p:cNvSpPr txBox="1"/>
          <p:nvPr>
            <p:ph idx="16" type="subTitle"/>
          </p:nvPr>
        </p:nvSpPr>
        <p:spPr>
          <a:xfrm>
            <a:off x="5406550"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23" name="Google Shape;123;p19"/>
          <p:cNvSpPr txBox="1"/>
          <p:nvPr>
            <p:ph idx="17" type="subTitle"/>
          </p:nvPr>
        </p:nvSpPr>
        <p:spPr>
          <a:xfrm>
            <a:off x="7840725"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24" name="Google Shape;124;p19"/>
          <p:cNvSpPr txBox="1"/>
          <p:nvPr>
            <p:ph idx="18" type="subTitle"/>
          </p:nvPr>
        </p:nvSpPr>
        <p:spPr>
          <a:xfrm>
            <a:off x="5406550"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25" name="Google Shape;125;p19"/>
          <p:cNvSpPr txBox="1"/>
          <p:nvPr>
            <p:ph idx="19" type="subTitle"/>
          </p:nvPr>
        </p:nvSpPr>
        <p:spPr>
          <a:xfrm>
            <a:off x="7840725"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26" name="Google Shape;126;p19"/>
          <p:cNvSpPr txBox="1"/>
          <p:nvPr>
            <p:ph idx="20" type="subTitle"/>
          </p:nvPr>
        </p:nvSpPr>
        <p:spPr>
          <a:xfrm>
            <a:off x="5406550"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27" name="Google Shape;127;p19"/>
          <p:cNvSpPr txBox="1"/>
          <p:nvPr>
            <p:ph idx="21" type="subTitle"/>
          </p:nvPr>
        </p:nvSpPr>
        <p:spPr>
          <a:xfrm>
            <a:off x="7840725"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28" name="Google Shape;128;p19"/>
          <p:cNvSpPr txBox="1"/>
          <p:nvPr>
            <p:ph type="title"/>
          </p:nvPr>
        </p:nvSpPr>
        <p:spPr>
          <a:xfrm>
            <a:off x="276075" y="457200"/>
            <a:ext cx="38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29" name="Google Shape;129;p19"/>
          <p:cNvSpPr txBox="1"/>
          <p:nvPr>
            <p:ph idx="2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30" name="Google Shape;130;p19"/>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_2">
    <p:spTree>
      <p:nvGrpSpPr>
        <p:cNvPr id="131" name="Shape 131"/>
        <p:cNvGrpSpPr/>
        <p:nvPr/>
      </p:nvGrpSpPr>
      <p:grpSpPr>
        <a:xfrm>
          <a:off x="0" y="0"/>
          <a:ext cx="0" cy="0"/>
          <a:chOff x="0" y="0"/>
          <a:chExt cx="0" cy="0"/>
        </a:xfrm>
      </p:grpSpPr>
      <p:sp>
        <p:nvSpPr>
          <p:cNvPr id="132" name="Google Shape;132;p20"/>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4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33" name="Google Shape;133;p20"/>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34" name="Google Shape;134;p20"/>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0"/>
          <p:cNvSpPr txBox="1"/>
          <p:nvPr>
            <p:ph idx="2" type="body"/>
          </p:nvPr>
        </p:nvSpPr>
        <p:spPr>
          <a:xfrm>
            <a:off x="276075" y="1763425"/>
            <a:ext cx="4342800" cy="7113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with picture">
  <p:cSld name="BLANK_1_1_1_1_1_1_1_2">
    <p:spTree>
      <p:nvGrpSpPr>
        <p:cNvPr id="136" name="Shape 136"/>
        <p:cNvGrpSpPr/>
        <p:nvPr/>
      </p:nvGrpSpPr>
      <p:grpSpPr>
        <a:xfrm>
          <a:off x="0" y="0"/>
          <a:ext cx="0" cy="0"/>
          <a:chOff x="0" y="0"/>
          <a:chExt cx="0" cy="0"/>
        </a:xfrm>
      </p:grpSpPr>
      <p:sp>
        <p:nvSpPr>
          <p:cNvPr id="137" name="Google Shape;137;p21"/>
          <p:cNvSpPr txBox="1"/>
          <p:nvPr>
            <p:ph type="title"/>
          </p:nvPr>
        </p:nvSpPr>
        <p:spPr>
          <a:xfrm>
            <a:off x="1182150" y="1765350"/>
            <a:ext cx="6779700" cy="17652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a:lvl2pPr>
            <a:lvl3pPr lvl="2" algn="ctr">
              <a:lnSpc>
                <a:spcPct val="90000"/>
              </a:lnSpc>
              <a:spcBef>
                <a:spcPts val="0"/>
              </a:spcBef>
              <a:spcAft>
                <a:spcPts val="0"/>
              </a:spcAft>
              <a:buNone/>
              <a:defRPr/>
            </a:lvl3pPr>
            <a:lvl4pPr lvl="3" algn="ctr">
              <a:lnSpc>
                <a:spcPct val="90000"/>
              </a:lnSpc>
              <a:spcBef>
                <a:spcPts val="0"/>
              </a:spcBef>
              <a:spcAft>
                <a:spcPts val="0"/>
              </a:spcAft>
              <a:buNone/>
              <a:defRPr/>
            </a:lvl4pPr>
            <a:lvl5pPr lvl="4" algn="ctr">
              <a:lnSpc>
                <a:spcPct val="90000"/>
              </a:lnSpc>
              <a:spcBef>
                <a:spcPts val="0"/>
              </a:spcBef>
              <a:spcAft>
                <a:spcPts val="0"/>
              </a:spcAft>
              <a:buNone/>
              <a:defRPr/>
            </a:lvl5pPr>
            <a:lvl6pPr lvl="5" algn="ctr">
              <a:lnSpc>
                <a:spcPct val="90000"/>
              </a:lnSpc>
              <a:spcBef>
                <a:spcPts val="0"/>
              </a:spcBef>
              <a:spcAft>
                <a:spcPts val="0"/>
              </a:spcAft>
              <a:buNone/>
              <a:defRPr/>
            </a:lvl6pPr>
            <a:lvl7pPr lvl="6" algn="ctr">
              <a:lnSpc>
                <a:spcPct val="90000"/>
              </a:lnSpc>
              <a:spcBef>
                <a:spcPts val="0"/>
              </a:spcBef>
              <a:spcAft>
                <a:spcPts val="0"/>
              </a:spcAft>
              <a:buNone/>
              <a:defRPr/>
            </a:lvl7pPr>
            <a:lvl8pPr lvl="7" algn="ctr">
              <a:lnSpc>
                <a:spcPct val="90000"/>
              </a:lnSpc>
              <a:spcBef>
                <a:spcPts val="0"/>
              </a:spcBef>
              <a:spcAft>
                <a:spcPts val="0"/>
              </a:spcAft>
              <a:buNone/>
              <a:defRPr/>
            </a:lvl8pPr>
            <a:lvl9pPr lvl="8" algn="ctr">
              <a:lnSpc>
                <a:spcPct val="90000"/>
              </a:lnSpc>
              <a:spcBef>
                <a:spcPts val="0"/>
              </a:spcBef>
              <a:spcAft>
                <a:spcPts val="0"/>
              </a:spcAft>
              <a:buNone/>
              <a:defRPr/>
            </a:lvl9pPr>
          </a:lstStyle>
          <a:p/>
        </p:txBody>
      </p:sp>
      <p:sp>
        <p:nvSpPr>
          <p:cNvPr id="138" name="Google Shape;138;p21"/>
          <p:cNvSpPr txBox="1"/>
          <p:nvPr>
            <p:ph idx="2" type="title"/>
          </p:nvPr>
        </p:nvSpPr>
        <p:spPr>
          <a:xfrm>
            <a:off x="1182150" y="4058050"/>
            <a:ext cx="6779700" cy="3972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None/>
              <a:defRPr sz="1200">
                <a:solidFill>
                  <a:schemeClr val="lt1"/>
                </a:solidFill>
                <a:latin typeface="Lato"/>
                <a:ea typeface="Lato"/>
                <a:cs typeface="Lato"/>
                <a:sym typeface="Lato"/>
              </a:defRPr>
            </a:lvl1pPr>
            <a:lvl2pPr lvl="1" algn="ctr">
              <a:lnSpc>
                <a:spcPct val="115000"/>
              </a:lnSpc>
              <a:spcBef>
                <a:spcPts val="0"/>
              </a:spcBef>
              <a:spcAft>
                <a:spcPts val="0"/>
              </a:spcAft>
              <a:buNone/>
              <a:defRPr sz="1200">
                <a:solidFill>
                  <a:schemeClr val="lt1"/>
                </a:solidFill>
                <a:latin typeface="Lato"/>
                <a:ea typeface="Lato"/>
                <a:cs typeface="Lato"/>
                <a:sym typeface="Lato"/>
              </a:defRPr>
            </a:lvl2pPr>
            <a:lvl3pPr lvl="2" algn="ctr">
              <a:lnSpc>
                <a:spcPct val="115000"/>
              </a:lnSpc>
              <a:spcBef>
                <a:spcPts val="0"/>
              </a:spcBef>
              <a:spcAft>
                <a:spcPts val="0"/>
              </a:spcAft>
              <a:buNone/>
              <a:defRPr sz="1200">
                <a:solidFill>
                  <a:schemeClr val="lt1"/>
                </a:solidFill>
                <a:latin typeface="Lato"/>
                <a:ea typeface="Lato"/>
                <a:cs typeface="Lato"/>
                <a:sym typeface="Lato"/>
              </a:defRPr>
            </a:lvl3pPr>
            <a:lvl4pPr lvl="3" algn="ctr">
              <a:lnSpc>
                <a:spcPct val="115000"/>
              </a:lnSpc>
              <a:spcBef>
                <a:spcPts val="0"/>
              </a:spcBef>
              <a:spcAft>
                <a:spcPts val="0"/>
              </a:spcAft>
              <a:buNone/>
              <a:defRPr sz="1200">
                <a:solidFill>
                  <a:schemeClr val="lt1"/>
                </a:solidFill>
                <a:latin typeface="Lato"/>
                <a:ea typeface="Lato"/>
                <a:cs typeface="Lato"/>
                <a:sym typeface="Lato"/>
              </a:defRPr>
            </a:lvl4pPr>
            <a:lvl5pPr lvl="4" algn="ctr">
              <a:lnSpc>
                <a:spcPct val="115000"/>
              </a:lnSpc>
              <a:spcBef>
                <a:spcPts val="0"/>
              </a:spcBef>
              <a:spcAft>
                <a:spcPts val="0"/>
              </a:spcAft>
              <a:buNone/>
              <a:defRPr sz="1200">
                <a:solidFill>
                  <a:schemeClr val="lt1"/>
                </a:solidFill>
                <a:latin typeface="Lato"/>
                <a:ea typeface="Lato"/>
                <a:cs typeface="Lato"/>
                <a:sym typeface="Lato"/>
              </a:defRPr>
            </a:lvl5pPr>
            <a:lvl6pPr lvl="5" algn="ctr">
              <a:lnSpc>
                <a:spcPct val="115000"/>
              </a:lnSpc>
              <a:spcBef>
                <a:spcPts val="0"/>
              </a:spcBef>
              <a:spcAft>
                <a:spcPts val="0"/>
              </a:spcAft>
              <a:buNone/>
              <a:defRPr sz="1200">
                <a:solidFill>
                  <a:schemeClr val="lt1"/>
                </a:solidFill>
                <a:latin typeface="Lato"/>
                <a:ea typeface="Lato"/>
                <a:cs typeface="Lato"/>
                <a:sym typeface="Lato"/>
              </a:defRPr>
            </a:lvl6pPr>
            <a:lvl7pPr lvl="6" algn="ctr">
              <a:lnSpc>
                <a:spcPct val="115000"/>
              </a:lnSpc>
              <a:spcBef>
                <a:spcPts val="0"/>
              </a:spcBef>
              <a:spcAft>
                <a:spcPts val="0"/>
              </a:spcAft>
              <a:buNone/>
              <a:defRPr sz="1200">
                <a:solidFill>
                  <a:schemeClr val="lt1"/>
                </a:solidFill>
                <a:latin typeface="Lato"/>
                <a:ea typeface="Lato"/>
                <a:cs typeface="Lato"/>
                <a:sym typeface="Lato"/>
              </a:defRPr>
            </a:lvl7pPr>
            <a:lvl8pPr lvl="7" algn="ctr">
              <a:lnSpc>
                <a:spcPct val="115000"/>
              </a:lnSpc>
              <a:spcBef>
                <a:spcPts val="0"/>
              </a:spcBef>
              <a:spcAft>
                <a:spcPts val="0"/>
              </a:spcAft>
              <a:buNone/>
              <a:defRPr sz="1200">
                <a:solidFill>
                  <a:schemeClr val="lt1"/>
                </a:solidFill>
                <a:latin typeface="Lato"/>
                <a:ea typeface="Lato"/>
                <a:cs typeface="Lato"/>
                <a:sym typeface="Lato"/>
              </a:defRPr>
            </a:lvl8pPr>
            <a:lvl9pPr lvl="8" algn="ctr">
              <a:lnSpc>
                <a:spcPct val="115000"/>
              </a:lnSpc>
              <a:spcBef>
                <a:spcPts val="0"/>
              </a:spcBef>
              <a:spcAft>
                <a:spcPts val="0"/>
              </a:spcAft>
              <a:buNone/>
              <a:defRPr sz="1200">
                <a:solidFill>
                  <a:schemeClr val="lt1"/>
                </a:solidFill>
                <a:latin typeface="Lato"/>
                <a:ea typeface="Lato"/>
                <a:cs typeface="Lato"/>
                <a:sym typeface="Lato"/>
              </a:defRPr>
            </a:lvl9pPr>
          </a:lstStyle>
          <a:p/>
        </p:txBody>
      </p:sp>
      <p:sp>
        <p:nvSpPr>
          <p:cNvPr id="139" name="Google Shape;139;p21"/>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40" name="Google Shape;140;p21"/>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21"/>
          <p:cNvSpPr/>
          <p:nvPr>
            <p:ph idx="3" type="pic"/>
          </p:nvPr>
        </p:nvSpPr>
        <p:spPr>
          <a:xfrm>
            <a:off x="0" y="0"/>
            <a:ext cx="9144000" cy="10791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dk2"/>
        </a:solidFill>
      </p:bgPr>
    </p:bg>
    <p:spTree>
      <p:nvGrpSpPr>
        <p:cNvPr id="142" name="Shape 142"/>
        <p:cNvGrpSpPr/>
        <p:nvPr/>
      </p:nvGrpSpPr>
      <p:grpSpPr>
        <a:xfrm>
          <a:off x="0" y="0"/>
          <a:ext cx="0" cy="0"/>
          <a:chOff x="0" y="0"/>
          <a:chExt cx="0" cy="0"/>
        </a:xfrm>
      </p:grpSpPr>
      <p:sp>
        <p:nvSpPr>
          <p:cNvPr id="143" name="Google Shape;143;p22"/>
          <p:cNvSpPr txBox="1"/>
          <p:nvPr>
            <p:ph type="title"/>
          </p:nvPr>
        </p:nvSpPr>
        <p:spPr>
          <a:xfrm>
            <a:off x="270983" y="1985025"/>
            <a:ext cx="3342900" cy="273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44" name="Google Shape;144;p22"/>
          <p:cNvSpPr txBox="1"/>
          <p:nvPr>
            <p:ph idx="2" type="title"/>
          </p:nvPr>
        </p:nvSpPr>
        <p:spPr>
          <a:xfrm>
            <a:off x="270983"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45" name="Google Shape;145;p22"/>
          <p:cNvSpPr txBox="1"/>
          <p:nvPr>
            <p:ph idx="3" type="title"/>
          </p:nvPr>
        </p:nvSpPr>
        <p:spPr>
          <a:xfrm>
            <a:off x="270983"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46" name="Google Shape;146;p22"/>
          <p:cNvSpPr txBox="1"/>
          <p:nvPr>
            <p:ph idx="4" type="title"/>
          </p:nvPr>
        </p:nvSpPr>
        <p:spPr>
          <a:xfrm>
            <a:off x="4858317" y="19850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47" name="Google Shape;147;p22"/>
          <p:cNvSpPr txBox="1"/>
          <p:nvPr>
            <p:ph idx="5" type="title"/>
          </p:nvPr>
        </p:nvSpPr>
        <p:spPr>
          <a:xfrm>
            <a:off x="4858317"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48" name="Google Shape;148;p22"/>
          <p:cNvSpPr txBox="1"/>
          <p:nvPr>
            <p:ph idx="6" type="title"/>
          </p:nvPr>
        </p:nvSpPr>
        <p:spPr>
          <a:xfrm>
            <a:off x="4858317"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49" name="Google Shape;149;p22"/>
          <p:cNvSpPr txBox="1"/>
          <p:nvPr>
            <p:ph idx="7"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50" name="Google Shape;150;p22"/>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51" name="Google Shape;151;p22"/>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22"/>
          <p:cNvSpPr txBox="1"/>
          <p:nvPr>
            <p:ph idx="8" type="subTitle"/>
          </p:nvPr>
        </p:nvSpPr>
        <p:spPr>
          <a:xfrm>
            <a:off x="271825"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53" name="Google Shape;153;p22"/>
          <p:cNvSpPr txBox="1"/>
          <p:nvPr>
            <p:ph idx="9" type="subTitle"/>
          </p:nvPr>
        </p:nvSpPr>
        <p:spPr>
          <a:xfrm>
            <a:off x="4858700"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54" name="Google Shape;154;p22"/>
          <p:cNvSpPr txBox="1"/>
          <p:nvPr>
            <p:ph idx="13" type="subTitle"/>
          </p:nvPr>
        </p:nvSpPr>
        <p:spPr>
          <a:xfrm>
            <a:off x="271825"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55" name="Google Shape;155;p22"/>
          <p:cNvSpPr txBox="1"/>
          <p:nvPr>
            <p:ph idx="14" type="subTitle"/>
          </p:nvPr>
        </p:nvSpPr>
        <p:spPr>
          <a:xfrm>
            <a:off x="271825"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56" name="Google Shape;156;p22"/>
          <p:cNvSpPr txBox="1"/>
          <p:nvPr>
            <p:ph idx="15" type="subTitle"/>
          </p:nvPr>
        </p:nvSpPr>
        <p:spPr>
          <a:xfrm>
            <a:off x="4858700"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57" name="Google Shape;157;p22"/>
          <p:cNvSpPr txBox="1"/>
          <p:nvPr>
            <p:ph idx="16" type="subTitle"/>
          </p:nvPr>
        </p:nvSpPr>
        <p:spPr>
          <a:xfrm>
            <a:off x="4858700"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age with right text">
  <p:cSld name="BLANK_1_1_1_1_1_1_1_1_1_1_1_1_1_1_1_1">
    <p:spTree>
      <p:nvGrpSpPr>
        <p:cNvPr id="158" name="Shape 158"/>
        <p:cNvGrpSpPr/>
        <p:nvPr/>
      </p:nvGrpSpPr>
      <p:grpSpPr>
        <a:xfrm>
          <a:off x="0" y="0"/>
          <a:ext cx="0" cy="0"/>
          <a:chOff x="0" y="0"/>
          <a:chExt cx="0" cy="0"/>
        </a:xfrm>
      </p:grpSpPr>
      <p:sp>
        <p:nvSpPr>
          <p:cNvPr id="159" name="Google Shape;159;p23"/>
          <p:cNvSpPr/>
          <p:nvPr>
            <p:ph idx="2" type="pic"/>
          </p:nvPr>
        </p:nvSpPr>
        <p:spPr>
          <a:xfrm>
            <a:off x="0" y="0"/>
            <a:ext cx="4348800" cy="5143500"/>
          </a:xfrm>
          <a:prstGeom prst="rect">
            <a:avLst/>
          </a:prstGeom>
          <a:noFill/>
          <a:ln>
            <a:noFill/>
          </a:ln>
        </p:spPr>
      </p:sp>
      <p:sp>
        <p:nvSpPr>
          <p:cNvPr id="160" name="Google Shape;160;p23"/>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61" name="Google Shape;161;p23"/>
          <p:cNvSpPr txBox="1"/>
          <p:nvPr>
            <p:ph type="title"/>
          </p:nvPr>
        </p:nvSpPr>
        <p:spPr>
          <a:xfrm>
            <a:off x="4618950" y="457200"/>
            <a:ext cx="4251600" cy="7515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62" name="Google Shape;162;p23"/>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163" name="Google Shape;163;p23"/>
          <p:cNvSpPr txBox="1"/>
          <p:nvPr>
            <p:ph idx="3" type="subTitle"/>
          </p:nvPr>
        </p:nvSpPr>
        <p:spPr>
          <a:xfrm>
            <a:off x="4618950" y="2823908"/>
            <a:ext cx="4251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64" name="Google Shape;164;p23"/>
          <p:cNvSpPr txBox="1"/>
          <p:nvPr>
            <p:ph idx="4" type="body"/>
          </p:nvPr>
        </p:nvSpPr>
        <p:spPr>
          <a:xfrm>
            <a:off x="4618950" y="3457500"/>
            <a:ext cx="4251600" cy="906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Lato"/>
              <a:buChar char="●"/>
              <a:defRPr/>
            </a:lvl1pPr>
            <a:lvl2pPr indent="-304800" lvl="1" marL="914400">
              <a:spcBef>
                <a:spcPts val="0"/>
              </a:spcBef>
              <a:spcAft>
                <a:spcPts val="0"/>
              </a:spcAft>
              <a:buClr>
                <a:schemeClr val="lt1"/>
              </a:buClr>
              <a:buSzPts val="1200"/>
              <a:buFont typeface="Lato"/>
              <a:buChar char="○"/>
              <a:defRPr/>
            </a:lvl2pPr>
            <a:lvl3pPr indent="-304800" lvl="2" marL="1371600">
              <a:spcBef>
                <a:spcPts val="0"/>
              </a:spcBef>
              <a:spcAft>
                <a:spcPts val="0"/>
              </a:spcAft>
              <a:buClr>
                <a:schemeClr val="lt1"/>
              </a:buClr>
              <a:buSzPts val="1200"/>
              <a:buFont typeface="Lato"/>
              <a:buChar char="■"/>
              <a:defRPr/>
            </a:lvl3pPr>
            <a:lvl4pPr indent="-304800" lvl="3" marL="1828800">
              <a:spcBef>
                <a:spcPts val="0"/>
              </a:spcBef>
              <a:spcAft>
                <a:spcPts val="0"/>
              </a:spcAft>
              <a:buClr>
                <a:schemeClr val="lt1"/>
              </a:buClr>
              <a:buSzPts val="1200"/>
              <a:buFont typeface="Lato"/>
              <a:buChar char="●"/>
              <a:defRPr/>
            </a:lvl4pPr>
            <a:lvl5pPr indent="-304800" lvl="4" marL="2286000">
              <a:spcBef>
                <a:spcPts val="0"/>
              </a:spcBef>
              <a:spcAft>
                <a:spcPts val="0"/>
              </a:spcAft>
              <a:buClr>
                <a:schemeClr val="lt1"/>
              </a:buClr>
              <a:buSzPts val="1200"/>
              <a:buFont typeface="Lato"/>
              <a:buChar char="○"/>
              <a:defRPr/>
            </a:lvl5pPr>
            <a:lvl6pPr indent="-304800" lvl="5" marL="2743200">
              <a:spcBef>
                <a:spcPts val="0"/>
              </a:spcBef>
              <a:spcAft>
                <a:spcPts val="0"/>
              </a:spcAft>
              <a:buClr>
                <a:schemeClr val="lt1"/>
              </a:buClr>
              <a:buSzPts val="1200"/>
              <a:buFont typeface="Lato"/>
              <a:buChar char="■"/>
              <a:defRPr/>
            </a:lvl6pPr>
            <a:lvl7pPr indent="-304800" lvl="6" marL="3200400">
              <a:spcBef>
                <a:spcPts val="0"/>
              </a:spcBef>
              <a:spcAft>
                <a:spcPts val="0"/>
              </a:spcAft>
              <a:buClr>
                <a:schemeClr val="lt1"/>
              </a:buClr>
              <a:buSzPts val="1200"/>
              <a:buFont typeface="Lato"/>
              <a:buChar char="●"/>
              <a:defRPr/>
            </a:lvl7pPr>
            <a:lvl8pPr indent="-304800" lvl="7" marL="3657600">
              <a:spcBef>
                <a:spcPts val="0"/>
              </a:spcBef>
              <a:spcAft>
                <a:spcPts val="0"/>
              </a:spcAft>
              <a:buClr>
                <a:schemeClr val="lt1"/>
              </a:buClr>
              <a:buSzPts val="1200"/>
              <a:buFont typeface="Lato"/>
              <a:buChar char="○"/>
              <a:defRPr/>
            </a:lvl8pPr>
            <a:lvl9pPr indent="-304800" lvl="8" marL="4114800">
              <a:spcBef>
                <a:spcPts val="0"/>
              </a:spcBef>
              <a:spcAft>
                <a:spcPts val="0"/>
              </a:spcAft>
              <a:buClr>
                <a:schemeClr val="lt1"/>
              </a:buClr>
              <a:buSzPts val="1200"/>
              <a:buFont typeface="Lato"/>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ight image">
  <p:cSld name="BLANK_1_1_1_1_1_1_1_1_1_1_1_1_1_1_1_1_2">
    <p:spTree>
      <p:nvGrpSpPr>
        <p:cNvPr id="165" name="Shape 165"/>
        <p:cNvGrpSpPr/>
        <p:nvPr/>
      </p:nvGrpSpPr>
      <p:grpSpPr>
        <a:xfrm>
          <a:off x="0" y="0"/>
          <a:ext cx="0" cy="0"/>
          <a:chOff x="0" y="0"/>
          <a:chExt cx="0" cy="0"/>
        </a:xfrm>
      </p:grpSpPr>
      <p:sp>
        <p:nvSpPr>
          <p:cNvPr id="166" name="Google Shape;166;p24"/>
          <p:cNvSpPr/>
          <p:nvPr>
            <p:ph idx="2" type="pic"/>
          </p:nvPr>
        </p:nvSpPr>
        <p:spPr>
          <a:xfrm>
            <a:off x="6877724" y="0"/>
            <a:ext cx="2266200" cy="3405000"/>
          </a:xfrm>
          <a:prstGeom prst="rect">
            <a:avLst/>
          </a:prstGeom>
          <a:noFill/>
          <a:ln>
            <a:noFill/>
          </a:ln>
        </p:spPr>
      </p:sp>
      <p:sp>
        <p:nvSpPr>
          <p:cNvPr id="167" name="Google Shape;167;p24"/>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68" name="Google Shape;168;p24"/>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69" name="Google Shape;169;p24"/>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
    <p:spTree>
      <p:nvGrpSpPr>
        <p:cNvPr id="170" name="Shape 170"/>
        <p:cNvGrpSpPr/>
        <p:nvPr/>
      </p:nvGrpSpPr>
      <p:grpSpPr>
        <a:xfrm>
          <a:off x="0" y="0"/>
          <a:ext cx="0" cy="0"/>
          <a:chOff x="0" y="0"/>
          <a:chExt cx="0" cy="0"/>
        </a:xfrm>
      </p:grpSpPr>
      <p:sp>
        <p:nvSpPr>
          <p:cNvPr id="171" name="Google Shape;171;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Lato"/>
                <a:ea typeface="Lato"/>
                <a:cs typeface="Lato"/>
                <a:sym typeface="Lato"/>
              </a:defRPr>
            </a:lvl1pPr>
            <a:lvl2pPr lvl="1">
              <a:buNone/>
              <a:defRPr>
                <a:latin typeface="Lato"/>
                <a:ea typeface="Lato"/>
                <a:cs typeface="Lato"/>
                <a:sym typeface="Lato"/>
              </a:defRPr>
            </a:lvl2pPr>
            <a:lvl3pPr lvl="2">
              <a:buNone/>
              <a:defRPr>
                <a:latin typeface="Lato"/>
                <a:ea typeface="Lato"/>
                <a:cs typeface="Lato"/>
                <a:sym typeface="Lato"/>
              </a:defRPr>
            </a:lvl3pPr>
            <a:lvl4pPr lvl="3">
              <a:buNone/>
              <a:defRPr>
                <a:latin typeface="Lato"/>
                <a:ea typeface="Lato"/>
                <a:cs typeface="Lato"/>
                <a:sym typeface="Lato"/>
              </a:defRPr>
            </a:lvl4pPr>
            <a:lvl5pPr lvl="4">
              <a:buNone/>
              <a:defRPr>
                <a:latin typeface="Lato"/>
                <a:ea typeface="Lato"/>
                <a:cs typeface="Lato"/>
                <a:sym typeface="Lato"/>
              </a:defRPr>
            </a:lvl5pPr>
            <a:lvl6pPr lvl="5">
              <a:buNone/>
              <a:defRPr>
                <a:latin typeface="Lato"/>
                <a:ea typeface="Lato"/>
                <a:cs typeface="Lato"/>
                <a:sym typeface="Lato"/>
              </a:defRPr>
            </a:lvl6pPr>
            <a:lvl7pPr lvl="6">
              <a:buNone/>
              <a:defRPr>
                <a:latin typeface="Lato"/>
                <a:ea typeface="Lato"/>
                <a:cs typeface="Lato"/>
                <a:sym typeface="Lato"/>
              </a:defRPr>
            </a:lvl7pPr>
            <a:lvl8pPr lvl="7">
              <a:buNone/>
              <a:defRPr>
                <a:latin typeface="Lato"/>
                <a:ea typeface="Lato"/>
                <a:cs typeface="Lato"/>
                <a:sym typeface="Lato"/>
              </a:defRPr>
            </a:lvl8pPr>
            <a:lvl9pPr lvl="8">
              <a:buNone/>
              <a:defRPr>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172" name="Google Shape;172;p25"/>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73" name="Google Shape;173;p25"/>
          <p:cNvSpPr txBox="1"/>
          <p:nvPr>
            <p:ph idx="1" type="subTitle"/>
          </p:nvPr>
        </p:nvSpPr>
        <p:spPr>
          <a:xfrm>
            <a:off x="1114250" y="18790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74" name="Google Shape;174;p25"/>
          <p:cNvSpPr txBox="1"/>
          <p:nvPr>
            <p:ph idx="2" type="subTitle"/>
          </p:nvPr>
        </p:nvSpPr>
        <p:spPr>
          <a:xfrm>
            <a:off x="2135350" y="18790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75" name="Google Shape;175;p25"/>
          <p:cNvSpPr txBox="1"/>
          <p:nvPr>
            <p:ph idx="3" type="subTitle"/>
          </p:nvPr>
        </p:nvSpPr>
        <p:spPr>
          <a:xfrm>
            <a:off x="5787475" y="19129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76" name="Google Shape;176;p25"/>
          <p:cNvSpPr txBox="1"/>
          <p:nvPr>
            <p:ph idx="4" type="subTitle"/>
          </p:nvPr>
        </p:nvSpPr>
        <p:spPr>
          <a:xfrm>
            <a:off x="1114250" y="28168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77" name="Google Shape;177;p25"/>
          <p:cNvSpPr txBox="1"/>
          <p:nvPr>
            <p:ph idx="5" type="subTitle"/>
          </p:nvPr>
        </p:nvSpPr>
        <p:spPr>
          <a:xfrm>
            <a:off x="2135350" y="28168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78" name="Google Shape;178;p25"/>
          <p:cNvSpPr txBox="1"/>
          <p:nvPr>
            <p:ph idx="6" type="subTitle"/>
          </p:nvPr>
        </p:nvSpPr>
        <p:spPr>
          <a:xfrm>
            <a:off x="5787475" y="28507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79" name="Google Shape;179;p25"/>
          <p:cNvSpPr txBox="1"/>
          <p:nvPr>
            <p:ph idx="7" type="subTitle"/>
          </p:nvPr>
        </p:nvSpPr>
        <p:spPr>
          <a:xfrm>
            <a:off x="1114250" y="37546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80" name="Google Shape;180;p25"/>
          <p:cNvSpPr txBox="1"/>
          <p:nvPr>
            <p:ph idx="8" type="subTitle"/>
          </p:nvPr>
        </p:nvSpPr>
        <p:spPr>
          <a:xfrm>
            <a:off x="2135350" y="37546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81" name="Google Shape;181;p25"/>
          <p:cNvSpPr txBox="1"/>
          <p:nvPr>
            <p:ph idx="9" type="subTitle"/>
          </p:nvPr>
        </p:nvSpPr>
        <p:spPr>
          <a:xfrm>
            <a:off x="5787475" y="37885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1">
  <p:cSld name="CUSTOM_1">
    <p:spTree>
      <p:nvGrpSpPr>
        <p:cNvPr id="182" name="Shape 182"/>
        <p:cNvGrpSpPr/>
        <p:nvPr/>
      </p:nvGrpSpPr>
      <p:grpSpPr>
        <a:xfrm>
          <a:off x="0" y="0"/>
          <a:ext cx="0" cy="0"/>
          <a:chOff x="0" y="0"/>
          <a:chExt cx="0" cy="0"/>
        </a:xfrm>
      </p:grpSpPr>
      <p:sp>
        <p:nvSpPr>
          <p:cNvPr id="183" name="Google Shape;183;p26"/>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184" name="Google Shape;184;p26"/>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85" name="Google Shape;185;p26"/>
          <p:cNvSpPr txBox="1"/>
          <p:nvPr>
            <p:ph idx="1" type="subTitle"/>
          </p:nvPr>
        </p:nvSpPr>
        <p:spPr>
          <a:xfrm>
            <a:off x="276075" y="1194000"/>
            <a:ext cx="19902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86" name="Google Shape;186;p26"/>
          <p:cNvSpPr txBox="1"/>
          <p:nvPr>
            <p:ph idx="2" type="subTitle"/>
          </p:nvPr>
        </p:nvSpPr>
        <p:spPr>
          <a:xfrm>
            <a:off x="3074775" y="1194000"/>
            <a:ext cx="4164900" cy="226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87" name="Google Shape;187;p26"/>
          <p:cNvSpPr txBox="1"/>
          <p:nvPr>
            <p:ph idx="3" type="body"/>
          </p:nvPr>
        </p:nvSpPr>
        <p:spPr>
          <a:xfrm>
            <a:off x="30747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88" name="Google Shape;188;p26"/>
          <p:cNvSpPr txBox="1"/>
          <p:nvPr>
            <p:ph idx="4" type="subTitle"/>
          </p:nvPr>
        </p:nvSpPr>
        <p:spPr>
          <a:xfrm>
            <a:off x="30747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89" name="Google Shape;189;p26"/>
          <p:cNvSpPr txBox="1"/>
          <p:nvPr>
            <p:ph idx="5" type="body"/>
          </p:nvPr>
        </p:nvSpPr>
        <p:spPr>
          <a:xfrm>
            <a:off x="48828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90" name="Google Shape;190;p26"/>
          <p:cNvSpPr txBox="1"/>
          <p:nvPr>
            <p:ph idx="6" type="subTitle"/>
          </p:nvPr>
        </p:nvSpPr>
        <p:spPr>
          <a:xfrm>
            <a:off x="48828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91" name="Google Shape;191;p26"/>
          <p:cNvSpPr txBox="1"/>
          <p:nvPr>
            <p:ph idx="7" type="body"/>
          </p:nvPr>
        </p:nvSpPr>
        <p:spPr>
          <a:xfrm>
            <a:off x="66909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92" name="Google Shape;192;p26"/>
          <p:cNvSpPr txBox="1"/>
          <p:nvPr>
            <p:ph idx="8" type="subTitle"/>
          </p:nvPr>
        </p:nvSpPr>
        <p:spPr>
          <a:xfrm>
            <a:off x="66909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93" name="Google Shape;193;p26"/>
          <p:cNvSpPr txBox="1"/>
          <p:nvPr>
            <p:ph idx="9"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194" name="Google Shape;194;p26"/>
          <p:cNvSpPr/>
          <p:nvPr>
            <p:ph idx="13" type="pic"/>
          </p:nvPr>
        </p:nvSpPr>
        <p:spPr>
          <a:xfrm>
            <a:off x="-74" y="3991500"/>
            <a:ext cx="2266200" cy="1152000"/>
          </a:xfrm>
          <a:prstGeom prst="rect">
            <a:avLst/>
          </a:prstGeom>
          <a:noFill/>
          <a:ln>
            <a:noFill/>
          </a:ln>
        </p:spPr>
      </p:sp>
      <p:sp>
        <p:nvSpPr>
          <p:cNvPr id="195" name="Google Shape;195;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2">
  <p:cSld name="CUSTOM_1_1">
    <p:spTree>
      <p:nvGrpSpPr>
        <p:cNvPr id="196" name="Shape 196"/>
        <p:cNvGrpSpPr/>
        <p:nvPr/>
      </p:nvGrpSpPr>
      <p:grpSpPr>
        <a:xfrm>
          <a:off x="0" y="0"/>
          <a:ext cx="0" cy="0"/>
          <a:chOff x="0" y="0"/>
          <a:chExt cx="0" cy="0"/>
        </a:xfrm>
      </p:grpSpPr>
      <p:sp>
        <p:nvSpPr>
          <p:cNvPr id="197" name="Google Shape;197;p27"/>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198" name="Google Shape;198;p27"/>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99" name="Google Shape;199;p27"/>
          <p:cNvSpPr txBox="1"/>
          <p:nvPr>
            <p:ph idx="1" type="subTitle"/>
          </p:nvPr>
        </p:nvSpPr>
        <p:spPr>
          <a:xfrm>
            <a:off x="276075" y="1194000"/>
            <a:ext cx="49926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200" name="Google Shape;200;p27"/>
          <p:cNvSpPr txBox="1"/>
          <p:nvPr>
            <p:ph idx="2"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201" name="Google Shape;201;p27"/>
          <p:cNvSpPr txBox="1"/>
          <p:nvPr>
            <p:ph idx="3"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202" name="Google Shape;202;p27"/>
          <p:cNvSpPr txBox="1"/>
          <p:nvPr>
            <p:ph idx="4" type="body"/>
          </p:nvPr>
        </p:nvSpPr>
        <p:spPr>
          <a:xfrm>
            <a:off x="2760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203" name="Google Shape;203;p27"/>
          <p:cNvSpPr txBox="1"/>
          <p:nvPr>
            <p:ph idx="5" type="subTitle"/>
          </p:nvPr>
        </p:nvSpPr>
        <p:spPr>
          <a:xfrm>
            <a:off x="2760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204" name="Google Shape;204;p27"/>
          <p:cNvSpPr txBox="1"/>
          <p:nvPr>
            <p:ph idx="6" type="body"/>
          </p:nvPr>
        </p:nvSpPr>
        <p:spPr>
          <a:xfrm>
            <a:off x="30747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205" name="Google Shape;205;p27"/>
          <p:cNvSpPr txBox="1"/>
          <p:nvPr>
            <p:ph idx="7" type="subTitle"/>
          </p:nvPr>
        </p:nvSpPr>
        <p:spPr>
          <a:xfrm>
            <a:off x="30747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206" name="Google Shape;206;p27"/>
          <p:cNvSpPr txBox="1"/>
          <p:nvPr>
            <p:ph idx="8" type="body"/>
          </p:nvPr>
        </p:nvSpPr>
        <p:spPr>
          <a:xfrm>
            <a:off x="58734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207" name="Google Shape;207;p27"/>
          <p:cNvSpPr txBox="1"/>
          <p:nvPr>
            <p:ph idx="9" type="subTitle"/>
          </p:nvPr>
        </p:nvSpPr>
        <p:spPr>
          <a:xfrm>
            <a:off x="58734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208" name="Google Shape;208;p27"/>
          <p:cNvSpPr/>
          <p:nvPr>
            <p:ph idx="13" type="pic"/>
          </p:nvPr>
        </p:nvSpPr>
        <p:spPr>
          <a:xfrm>
            <a:off x="276075" y="2076900"/>
            <a:ext cx="2463300" cy="1570200"/>
          </a:xfrm>
          <a:prstGeom prst="rect">
            <a:avLst/>
          </a:prstGeom>
          <a:noFill/>
          <a:ln>
            <a:noFill/>
          </a:ln>
        </p:spPr>
      </p:sp>
      <p:sp>
        <p:nvSpPr>
          <p:cNvPr id="209" name="Google Shape;209;p27"/>
          <p:cNvSpPr/>
          <p:nvPr>
            <p:ph idx="14" type="pic"/>
          </p:nvPr>
        </p:nvSpPr>
        <p:spPr>
          <a:xfrm>
            <a:off x="3074775" y="2076900"/>
            <a:ext cx="2463300" cy="1570200"/>
          </a:xfrm>
          <a:prstGeom prst="rect">
            <a:avLst/>
          </a:prstGeom>
          <a:noFill/>
          <a:ln>
            <a:noFill/>
          </a:ln>
        </p:spPr>
      </p:sp>
      <p:sp>
        <p:nvSpPr>
          <p:cNvPr id="210" name="Google Shape;210;p27"/>
          <p:cNvSpPr/>
          <p:nvPr>
            <p:ph idx="15" type="pic"/>
          </p:nvPr>
        </p:nvSpPr>
        <p:spPr>
          <a:xfrm>
            <a:off x="5873475" y="2073688"/>
            <a:ext cx="2463300" cy="1570200"/>
          </a:xfrm>
          <a:prstGeom prst="rect">
            <a:avLst/>
          </a:prstGeom>
          <a:noFill/>
          <a:ln>
            <a:noFill/>
          </a:ln>
        </p:spPr>
      </p:sp>
      <p:sp>
        <p:nvSpPr>
          <p:cNvPr id="211" name="Google Shape;211;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3">
  <p:cSld name="CUSTOM_1_1_1">
    <p:spTree>
      <p:nvGrpSpPr>
        <p:cNvPr id="212" name="Shape 212"/>
        <p:cNvGrpSpPr/>
        <p:nvPr/>
      </p:nvGrpSpPr>
      <p:grpSpPr>
        <a:xfrm>
          <a:off x="0" y="0"/>
          <a:ext cx="0" cy="0"/>
          <a:chOff x="0" y="0"/>
          <a:chExt cx="0" cy="0"/>
        </a:xfrm>
      </p:grpSpPr>
      <p:sp>
        <p:nvSpPr>
          <p:cNvPr id="213" name="Google Shape;213;p28"/>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214" name="Google Shape;214;p28"/>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215" name="Google Shape;215;p28"/>
          <p:cNvSpPr txBox="1"/>
          <p:nvPr>
            <p:ph idx="1"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216" name="Google Shape;216;p28"/>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217" name="Google Shape;217;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18" name="Shape 218"/>
        <p:cNvGrpSpPr/>
        <p:nvPr/>
      </p:nvGrpSpPr>
      <p:grpSpPr>
        <a:xfrm>
          <a:off x="0" y="0"/>
          <a:ext cx="0" cy="0"/>
          <a:chOff x="0" y="0"/>
          <a:chExt cx="0" cy="0"/>
        </a:xfrm>
      </p:grpSpPr>
      <p:sp>
        <p:nvSpPr>
          <p:cNvPr id="219" name="Google Shape;219;p2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20" name="Google Shape;220;p29"/>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221" name="Google Shape;221;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22" name="Shape 222"/>
        <p:cNvGrpSpPr/>
        <p:nvPr/>
      </p:nvGrpSpPr>
      <p:grpSpPr>
        <a:xfrm>
          <a:off x="0" y="0"/>
          <a:ext cx="0" cy="0"/>
          <a:chOff x="0" y="0"/>
          <a:chExt cx="0" cy="0"/>
        </a:xfrm>
      </p:grpSpPr>
      <p:sp>
        <p:nvSpPr>
          <p:cNvPr id="223" name="Google Shape;223;p3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
        <p:nvSpPr>
          <p:cNvPr id="224" name="Google Shape;224;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25" name="Shape 225"/>
        <p:cNvGrpSpPr/>
        <p:nvPr/>
      </p:nvGrpSpPr>
      <p:grpSpPr>
        <a:xfrm>
          <a:off x="0" y="0"/>
          <a:ext cx="0" cy="0"/>
          <a:chOff x="0" y="0"/>
          <a:chExt cx="0" cy="0"/>
        </a:xfrm>
      </p:grpSpPr>
      <p:sp>
        <p:nvSpPr>
          <p:cNvPr id="226" name="Google Shape;226;p3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27" name="Google Shape;227;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8" name="Google Shape;228;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29" name="Shape 229"/>
        <p:cNvGrpSpPr/>
        <p:nvPr/>
      </p:nvGrpSpPr>
      <p:grpSpPr>
        <a:xfrm>
          <a:off x="0" y="0"/>
          <a:ext cx="0" cy="0"/>
          <a:chOff x="0" y="0"/>
          <a:chExt cx="0" cy="0"/>
        </a:xfrm>
      </p:grpSpPr>
      <p:sp>
        <p:nvSpPr>
          <p:cNvPr id="230" name="Google Shape;230;p32"/>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31" name="Google Shape;231;p3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2" name="Google Shape;232;p3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3" name="Google Shape;233;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34" name="Shape 234"/>
        <p:cNvGrpSpPr/>
        <p:nvPr/>
      </p:nvGrpSpPr>
      <p:grpSpPr>
        <a:xfrm>
          <a:off x="0" y="0"/>
          <a:ext cx="0" cy="0"/>
          <a:chOff x="0" y="0"/>
          <a:chExt cx="0" cy="0"/>
        </a:xfrm>
      </p:grpSpPr>
      <p:sp>
        <p:nvSpPr>
          <p:cNvPr id="235" name="Google Shape;235;p3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36" name="Google Shape;236;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37" name="Shape 237"/>
        <p:cNvGrpSpPr/>
        <p:nvPr/>
      </p:nvGrpSpPr>
      <p:grpSpPr>
        <a:xfrm>
          <a:off x="0" y="0"/>
          <a:ext cx="0" cy="0"/>
          <a:chOff x="0" y="0"/>
          <a:chExt cx="0" cy="0"/>
        </a:xfrm>
      </p:grpSpPr>
      <p:sp>
        <p:nvSpPr>
          <p:cNvPr id="238" name="Google Shape;238;p3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239" name="Google Shape;239;p3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0" name="Google Shape;240;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41" name="Shape 241"/>
        <p:cNvGrpSpPr/>
        <p:nvPr/>
      </p:nvGrpSpPr>
      <p:grpSpPr>
        <a:xfrm>
          <a:off x="0" y="0"/>
          <a:ext cx="0" cy="0"/>
          <a:chOff x="0" y="0"/>
          <a:chExt cx="0" cy="0"/>
        </a:xfrm>
      </p:grpSpPr>
      <p:sp>
        <p:nvSpPr>
          <p:cNvPr id="242" name="Google Shape;242;p3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
        <p:nvSpPr>
          <p:cNvPr id="243" name="Google Shape;243;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44" name="Shape 244"/>
        <p:cNvGrpSpPr/>
        <p:nvPr/>
      </p:nvGrpSpPr>
      <p:grpSpPr>
        <a:xfrm>
          <a:off x="0" y="0"/>
          <a:ext cx="0" cy="0"/>
          <a:chOff x="0" y="0"/>
          <a:chExt cx="0" cy="0"/>
        </a:xfrm>
      </p:grpSpPr>
      <p:sp>
        <p:nvSpPr>
          <p:cNvPr id="245" name="Google Shape;245;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246" name="Google Shape;246;p36"/>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47" name="Google Shape;247;p3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8" name="Google Shape;248;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49" name="Shape 249"/>
        <p:cNvGrpSpPr/>
        <p:nvPr/>
      </p:nvGrpSpPr>
      <p:grpSpPr>
        <a:xfrm>
          <a:off x="0" y="0"/>
          <a:ext cx="0" cy="0"/>
          <a:chOff x="0" y="0"/>
          <a:chExt cx="0" cy="0"/>
        </a:xfrm>
      </p:grpSpPr>
      <p:sp>
        <p:nvSpPr>
          <p:cNvPr id="250" name="Google Shape;250;p3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200"/>
              <a:buNone/>
              <a:defRPr/>
            </a:lvl1pPr>
          </a:lstStyle>
          <a:p/>
        </p:txBody>
      </p:sp>
      <p:sp>
        <p:nvSpPr>
          <p:cNvPr id="251" name="Google Shape;251;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52" name="Shape 252"/>
        <p:cNvGrpSpPr/>
        <p:nvPr/>
      </p:nvGrpSpPr>
      <p:grpSpPr>
        <a:xfrm>
          <a:off x="0" y="0"/>
          <a:ext cx="0" cy="0"/>
          <a:chOff x="0" y="0"/>
          <a:chExt cx="0" cy="0"/>
        </a:xfrm>
      </p:grpSpPr>
      <p:sp>
        <p:nvSpPr>
          <p:cNvPr id="253" name="Google Shape;253;p3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254" name="Google Shape;254;p3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255" name="Google Shape;255;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56" name="Shape 256"/>
        <p:cNvGrpSpPr/>
        <p:nvPr/>
      </p:nvGrpSpPr>
      <p:grpSpPr>
        <a:xfrm>
          <a:off x="0" y="0"/>
          <a:ext cx="0" cy="0"/>
          <a:chOff x="0" y="0"/>
          <a:chExt cx="0" cy="0"/>
        </a:xfrm>
      </p:grpSpPr>
      <p:sp>
        <p:nvSpPr>
          <p:cNvPr id="257" name="Google Shape;257;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58" name="Shape 258"/>
        <p:cNvGrpSpPr/>
        <p:nvPr/>
      </p:nvGrpSpPr>
      <p:grpSpPr>
        <a:xfrm>
          <a:off x="0" y="0"/>
          <a:ext cx="0" cy="0"/>
          <a:chOff x="0" y="0"/>
          <a:chExt cx="0" cy="0"/>
        </a:xfrm>
      </p:grpSpPr>
      <p:sp>
        <p:nvSpPr>
          <p:cNvPr id="259" name="Google Shape;259;p40"/>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40"/>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1" name="Google Shape;261;p40"/>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2" name="Google Shape;262;p40"/>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3" name="Google Shape;263;p40"/>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4" name="Google Shape;264;p40"/>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5" name="Google Shape;265;p40"/>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6" name="Google Shape;266;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67" name="Shape 267"/>
        <p:cNvGrpSpPr/>
        <p:nvPr/>
      </p:nvGrpSpPr>
      <p:grpSpPr>
        <a:xfrm>
          <a:off x="0" y="0"/>
          <a:ext cx="0" cy="0"/>
          <a:chOff x="0" y="0"/>
          <a:chExt cx="0" cy="0"/>
        </a:xfrm>
      </p:grpSpPr>
      <p:sp>
        <p:nvSpPr>
          <p:cNvPr id="268" name="Google Shape;268;p4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69" name="Google Shape;269;p41"/>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0" name="Google Shape;270;p41"/>
          <p:cNvSpPr/>
          <p:nvPr>
            <p:ph idx="2" type="pic"/>
          </p:nvPr>
        </p:nvSpPr>
        <p:spPr>
          <a:xfrm>
            <a:off x="4992024" y="1152775"/>
            <a:ext cx="3840300" cy="3416400"/>
          </a:xfrm>
          <a:prstGeom prst="rect">
            <a:avLst/>
          </a:prstGeom>
          <a:noFill/>
          <a:ln>
            <a:noFill/>
          </a:ln>
        </p:spPr>
      </p:sp>
      <p:sp>
        <p:nvSpPr>
          <p:cNvPr id="271" name="Google Shape;271;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72" name="Shape 272"/>
        <p:cNvGrpSpPr/>
        <p:nvPr/>
      </p:nvGrpSpPr>
      <p:grpSpPr>
        <a:xfrm>
          <a:off x="0" y="0"/>
          <a:ext cx="0" cy="0"/>
          <a:chOff x="0" y="0"/>
          <a:chExt cx="0" cy="0"/>
        </a:xfrm>
      </p:grpSpPr>
      <p:sp>
        <p:nvSpPr>
          <p:cNvPr id="273" name="Google Shape;273;p42"/>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74" name="Google Shape;274;p42"/>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5" name="Google Shape;275;p4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6" name="Google Shape;276;p42"/>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7" name="Google Shape;277;p42"/>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8" name="Google Shape;278;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79" name="Shape 279"/>
        <p:cNvGrpSpPr/>
        <p:nvPr/>
      </p:nvGrpSpPr>
      <p:grpSpPr>
        <a:xfrm>
          <a:off x="0" y="0"/>
          <a:ext cx="0" cy="0"/>
          <a:chOff x="0" y="0"/>
          <a:chExt cx="0" cy="0"/>
        </a:xfrm>
      </p:grpSpPr>
      <p:sp>
        <p:nvSpPr>
          <p:cNvPr id="280" name="Google Shape;280;p43"/>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1" name="Google Shape;281;p4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2" name="Google Shape;282;p43"/>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83" name="Google Shape;283;p43"/>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4" name="Google Shape;284;p43"/>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5" name="Google Shape;285;p43"/>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6" name="Google Shape;286;p43"/>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7" name="Google Shape;287;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288" name="Shape 288"/>
        <p:cNvGrpSpPr/>
        <p:nvPr/>
      </p:nvGrpSpPr>
      <p:grpSpPr>
        <a:xfrm>
          <a:off x="0" y="0"/>
          <a:ext cx="0" cy="0"/>
          <a:chOff x="0" y="0"/>
          <a:chExt cx="0" cy="0"/>
        </a:xfrm>
      </p:grpSpPr>
      <p:sp>
        <p:nvSpPr>
          <p:cNvPr id="289" name="Google Shape;289;p44"/>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0" name="Google Shape;290;p4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1" name="Google Shape;291;p4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2" name="Google Shape;292;p4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3" name="Google Shape;293;p44"/>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4" name="Google Shape;294;p44"/>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5" name="Google Shape;295;p44"/>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6" name="Google Shape;296;p44"/>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7" name="Google Shape;297;p44"/>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8" name="Google Shape;298;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299" name="Shape 299"/>
        <p:cNvGrpSpPr/>
        <p:nvPr/>
      </p:nvGrpSpPr>
      <p:grpSpPr>
        <a:xfrm>
          <a:off x="0" y="0"/>
          <a:ext cx="0" cy="0"/>
          <a:chOff x="0" y="0"/>
          <a:chExt cx="0" cy="0"/>
        </a:xfrm>
      </p:grpSpPr>
      <p:sp>
        <p:nvSpPr>
          <p:cNvPr id="300" name="Google Shape;300;p4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1" name="Google Shape;301;p45"/>
          <p:cNvSpPr/>
          <p:nvPr>
            <p:ph idx="2" type="pic"/>
          </p:nvPr>
        </p:nvSpPr>
        <p:spPr>
          <a:xfrm>
            <a:off x="311700" y="1170425"/>
            <a:ext cx="8520600" cy="3492900"/>
          </a:xfrm>
          <a:prstGeom prst="rect">
            <a:avLst/>
          </a:prstGeom>
          <a:noFill/>
          <a:ln>
            <a:noFill/>
          </a:ln>
        </p:spPr>
      </p:sp>
      <p:sp>
        <p:nvSpPr>
          <p:cNvPr id="302" name="Google Shape;302;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03" name="Shape 303"/>
        <p:cNvGrpSpPr/>
        <p:nvPr/>
      </p:nvGrpSpPr>
      <p:grpSpPr>
        <a:xfrm>
          <a:off x="0" y="0"/>
          <a:ext cx="0" cy="0"/>
          <a:chOff x="0" y="0"/>
          <a:chExt cx="0" cy="0"/>
        </a:xfrm>
      </p:grpSpPr>
      <p:sp>
        <p:nvSpPr>
          <p:cNvPr id="304" name="Google Shape;304;p46"/>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5" name="Google Shape;305;p46"/>
          <p:cNvSpPr/>
          <p:nvPr>
            <p:ph idx="2" type="pic"/>
          </p:nvPr>
        </p:nvSpPr>
        <p:spPr>
          <a:xfrm>
            <a:off x="4804825" y="1133300"/>
            <a:ext cx="4027500" cy="2392800"/>
          </a:xfrm>
          <a:prstGeom prst="rect">
            <a:avLst/>
          </a:prstGeom>
          <a:noFill/>
          <a:ln>
            <a:noFill/>
          </a:ln>
        </p:spPr>
      </p:sp>
      <p:sp>
        <p:nvSpPr>
          <p:cNvPr id="306" name="Google Shape;306;p46"/>
          <p:cNvSpPr/>
          <p:nvPr>
            <p:ph idx="3" type="pic"/>
          </p:nvPr>
        </p:nvSpPr>
        <p:spPr>
          <a:xfrm>
            <a:off x="311725" y="1133300"/>
            <a:ext cx="4027500" cy="2392800"/>
          </a:xfrm>
          <a:prstGeom prst="rect">
            <a:avLst/>
          </a:prstGeom>
          <a:noFill/>
          <a:ln>
            <a:noFill/>
          </a:ln>
        </p:spPr>
      </p:sp>
      <p:sp>
        <p:nvSpPr>
          <p:cNvPr id="307" name="Google Shape;307;p4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8" name="Google Shape;308;p4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9" name="Google Shape;309;p46"/>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10" name="Google Shape;310;p46"/>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11" name="Google Shape;311;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12" name="Shape 312"/>
        <p:cNvGrpSpPr/>
        <p:nvPr/>
      </p:nvGrpSpPr>
      <p:grpSpPr>
        <a:xfrm>
          <a:off x="0" y="0"/>
          <a:ext cx="0" cy="0"/>
          <a:chOff x="0" y="0"/>
          <a:chExt cx="0" cy="0"/>
        </a:xfrm>
      </p:grpSpPr>
      <p:sp>
        <p:nvSpPr>
          <p:cNvPr id="313" name="Google Shape;313;p47"/>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7"/>
          <p:cNvSpPr/>
          <p:nvPr>
            <p:ph idx="2" type="pic"/>
          </p:nvPr>
        </p:nvSpPr>
        <p:spPr>
          <a:xfrm>
            <a:off x="6205225" y="1128325"/>
            <a:ext cx="2627100" cy="2273100"/>
          </a:xfrm>
          <a:prstGeom prst="rect">
            <a:avLst/>
          </a:prstGeom>
          <a:noFill/>
          <a:ln>
            <a:noFill/>
          </a:ln>
        </p:spPr>
      </p:sp>
      <p:sp>
        <p:nvSpPr>
          <p:cNvPr id="315" name="Google Shape;315;p47"/>
          <p:cNvSpPr/>
          <p:nvPr>
            <p:ph idx="3" type="pic"/>
          </p:nvPr>
        </p:nvSpPr>
        <p:spPr>
          <a:xfrm>
            <a:off x="311725" y="1128325"/>
            <a:ext cx="2627100" cy="2273100"/>
          </a:xfrm>
          <a:prstGeom prst="rect">
            <a:avLst/>
          </a:prstGeom>
          <a:noFill/>
          <a:ln>
            <a:noFill/>
          </a:ln>
        </p:spPr>
      </p:sp>
      <p:sp>
        <p:nvSpPr>
          <p:cNvPr id="316" name="Google Shape;316;p4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7"/>
          <p:cNvSpPr/>
          <p:nvPr>
            <p:ph idx="5" type="pic"/>
          </p:nvPr>
        </p:nvSpPr>
        <p:spPr>
          <a:xfrm>
            <a:off x="3255250" y="1128325"/>
            <a:ext cx="2627100" cy="2273100"/>
          </a:xfrm>
          <a:prstGeom prst="rect">
            <a:avLst/>
          </a:prstGeom>
          <a:noFill/>
          <a:ln>
            <a:noFill/>
          </a:ln>
        </p:spPr>
      </p:sp>
      <p:sp>
        <p:nvSpPr>
          <p:cNvPr id="318" name="Google Shape;318;p4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9" name="Google Shape;319;p47"/>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20" name="Google Shape;320;p47"/>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1" name="Google Shape;321;p47"/>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2" name="Google Shape;322;p47"/>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3" name="Google Shape;323;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24" name="Shape 324"/>
        <p:cNvGrpSpPr/>
        <p:nvPr/>
      </p:nvGrpSpPr>
      <p:grpSpPr>
        <a:xfrm>
          <a:off x="0" y="0"/>
          <a:ext cx="0" cy="0"/>
          <a:chOff x="0" y="0"/>
          <a:chExt cx="0" cy="0"/>
        </a:xfrm>
      </p:grpSpPr>
      <p:sp>
        <p:nvSpPr>
          <p:cNvPr id="325" name="Google Shape;325;p48"/>
          <p:cNvSpPr/>
          <p:nvPr>
            <p:ph idx="2" type="pic"/>
          </p:nvPr>
        </p:nvSpPr>
        <p:spPr>
          <a:xfrm>
            <a:off x="311700" y="445025"/>
            <a:ext cx="8520600" cy="4218300"/>
          </a:xfrm>
          <a:prstGeom prst="rect">
            <a:avLst/>
          </a:prstGeom>
          <a:noFill/>
          <a:ln>
            <a:noFill/>
          </a:ln>
        </p:spPr>
      </p:sp>
      <p:sp>
        <p:nvSpPr>
          <p:cNvPr id="326" name="Google Shape;326;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27" name="Shape 327"/>
        <p:cNvGrpSpPr/>
        <p:nvPr/>
      </p:nvGrpSpPr>
      <p:grpSpPr>
        <a:xfrm>
          <a:off x="0" y="0"/>
          <a:ext cx="0" cy="0"/>
          <a:chOff x="0" y="0"/>
          <a:chExt cx="0" cy="0"/>
        </a:xfrm>
      </p:grpSpPr>
      <p:sp>
        <p:nvSpPr>
          <p:cNvPr id="328" name="Google Shape;328;p49"/>
          <p:cNvSpPr/>
          <p:nvPr>
            <p:ph idx="2" type="pic"/>
          </p:nvPr>
        </p:nvSpPr>
        <p:spPr>
          <a:xfrm>
            <a:off x="3389600" y="118913"/>
            <a:ext cx="1643700" cy="1535100"/>
          </a:xfrm>
          <a:prstGeom prst="rect">
            <a:avLst/>
          </a:prstGeom>
          <a:noFill/>
          <a:ln>
            <a:noFill/>
          </a:ln>
        </p:spPr>
      </p:sp>
      <p:sp>
        <p:nvSpPr>
          <p:cNvPr id="329" name="Google Shape;329;p49"/>
          <p:cNvSpPr/>
          <p:nvPr>
            <p:ph idx="3" type="pic"/>
          </p:nvPr>
        </p:nvSpPr>
        <p:spPr>
          <a:xfrm>
            <a:off x="5195935" y="118913"/>
            <a:ext cx="1643700" cy="1535100"/>
          </a:xfrm>
          <a:prstGeom prst="rect">
            <a:avLst/>
          </a:prstGeom>
          <a:noFill/>
          <a:ln>
            <a:noFill/>
          </a:ln>
        </p:spPr>
      </p:sp>
      <p:sp>
        <p:nvSpPr>
          <p:cNvPr id="330" name="Google Shape;330;p49"/>
          <p:cNvSpPr/>
          <p:nvPr>
            <p:ph idx="4" type="pic"/>
          </p:nvPr>
        </p:nvSpPr>
        <p:spPr>
          <a:xfrm>
            <a:off x="7002270" y="118913"/>
            <a:ext cx="1643700" cy="1535100"/>
          </a:xfrm>
          <a:prstGeom prst="rect">
            <a:avLst/>
          </a:prstGeom>
          <a:noFill/>
          <a:ln>
            <a:noFill/>
          </a:ln>
        </p:spPr>
      </p:sp>
      <p:sp>
        <p:nvSpPr>
          <p:cNvPr id="331" name="Google Shape;331;p49"/>
          <p:cNvSpPr/>
          <p:nvPr>
            <p:ph idx="5" type="pic"/>
          </p:nvPr>
        </p:nvSpPr>
        <p:spPr>
          <a:xfrm>
            <a:off x="3389588" y="1804212"/>
            <a:ext cx="1643700" cy="1535100"/>
          </a:xfrm>
          <a:prstGeom prst="rect">
            <a:avLst/>
          </a:prstGeom>
          <a:noFill/>
          <a:ln>
            <a:noFill/>
          </a:ln>
        </p:spPr>
      </p:sp>
      <p:sp>
        <p:nvSpPr>
          <p:cNvPr id="332" name="Google Shape;332;p49"/>
          <p:cNvSpPr/>
          <p:nvPr>
            <p:ph idx="6" type="pic"/>
          </p:nvPr>
        </p:nvSpPr>
        <p:spPr>
          <a:xfrm>
            <a:off x="5195922" y="1804212"/>
            <a:ext cx="1643700" cy="1535100"/>
          </a:xfrm>
          <a:prstGeom prst="rect">
            <a:avLst/>
          </a:prstGeom>
          <a:noFill/>
          <a:ln>
            <a:noFill/>
          </a:ln>
        </p:spPr>
      </p:sp>
      <p:sp>
        <p:nvSpPr>
          <p:cNvPr id="333" name="Google Shape;333;p49"/>
          <p:cNvSpPr/>
          <p:nvPr>
            <p:ph idx="7" type="pic"/>
          </p:nvPr>
        </p:nvSpPr>
        <p:spPr>
          <a:xfrm>
            <a:off x="7002257" y="1804212"/>
            <a:ext cx="1643700" cy="1535100"/>
          </a:xfrm>
          <a:prstGeom prst="rect">
            <a:avLst/>
          </a:prstGeom>
          <a:noFill/>
          <a:ln>
            <a:noFill/>
          </a:ln>
        </p:spPr>
      </p:sp>
      <p:sp>
        <p:nvSpPr>
          <p:cNvPr id="334" name="Google Shape;334;p49"/>
          <p:cNvSpPr txBox="1"/>
          <p:nvPr>
            <p:ph type="title"/>
          </p:nvPr>
        </p:nvSpPr>
        <p:spPr>
          <a:xfrm>
            <a:off x="351550" y="445025"/>
            <a:ext cx="2596800" cy="1706400"/>
          </a:xfrm>
          <a:prstGeom prst="rect">
            <a:avLst/>
          </a:prstGeom>
          <a:noFill/>
          <a:ln>
            <a:noFill/>
          </a:ln>
        </p:spPr>
        <p:txBody>
          <a:bodyPr anchorCtr="0" anchor="ctr"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5" name="Google Shape;335;p49"/>
          <p:cNvSpPr/>
          <p:nvPr>
            <p:ph idx="8" type="pic"/>
          </p:nvPr>
        </p:nvSpPr>
        <p:spPr>
          <a:xfrm>
            <a:off x="3389588" y="3489487"/>
            <a:ext cx="1643700" cy="1535100"/>
          </a:xfrm>
          <a:prstGeom prst="rect">
            <a:avLst/>
          </a:prstGeom>
          <a:noFill/>
          <a:ln>
            <a:noFill/>
          </a:ln>
        </p:spPr>
      </p:sp>
      <p:sp>
        <p:nvSpPr>
          <p:cNvPr id="336" name="Google Shape;336;p49"/>
          <p:cNvSpPr/>
          <p:nvPr>
            <p:ph idx="9" type="pic"/>
          </p:nvPr>
        </p:nvSpPr>
        <p:spPr>
          <a:xfrm>
            <a:off x="5195922" y="3489487"/>
            <a:ext cx="1643700" cy="1535100"/>
          </a:xfrm>
          <a:prstGeom prst="rect">
            <a:avLst/>
          </a:prstGeom>
          <a:noFill/>
          <a:ln>
            <a:noFill/>
          </a:ln>
        </p:spPr>
      </p:sp>
      <p:sp>
        <p:nvSpPr>
          <p:cNvPr id="337" name="Google Shape;337;p49"/>
          <p:cNvSpPr/>
          <p:nvPr>
            <p:ph idx="13" type="pic"/>
          </p:nvPr>
        </p:nvSpPr>
        <p:spPr>
          <a:xfrm>
            <a:off x="7002257" y="3489487"/>
            <a:ext cx="1643700" cy="1535100"/>
          </a:xfrm>
          <a:prstGeom prst="rect">
            <a:avLst/>
          </a:prstGeom>
          <a:noFill/>
          <a:ln>
            <a:noFill/>
          </a:ln>
        </p:spPr>
      </p:sp>
      <p:sp>
        <p:nvSpPr>
          <p:cNvPr id="338" name="Google Shape;338;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564">
          <p15:clr>
            <a:srgbClr val="E46962"/>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9" name="Shape 339"/>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344" name="Shape 344"/>
        <p:cNvGrpSpPr/>
        <p:nvPr/>
      </p:nvGrpSpPr>
      <p:grpSpPr>
        <a:xfrm>
          <a:off x="0" y="0"/>
          <a:ext cx="0" cy="0"/>
          <a:chOff x="0" y="0"/>
          <a:chExt cx="0" cy="0"/>
        </a:xfrm>
      </p:grpSpPr>
      <p:sp>
        <p:nvSpPr>
          <p:cNvPr id="345" name="Google Shape;345;p52"/>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346" name="Google Shape;346;p52"/>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347" name="Google Shape;347;p52"/>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p:cSld name="BLANK_1_1_1_1_8">
    <p:spTree>
      <p:nvGrpSpPr>
        <p:cNvPr id="348" name="Shape 348"/>
        <p:cNvGrpSpPr/>
        <p:nvPr/>
      </p:nvGrpSpPr>
      <p:grpSpPr>
        <a:xfrm>
          <a:off x="0" y="0"/>
          <a:ext cx="0" cy="0"/>
          <a:chOff x="0" y="0"/>
          <a:chExt cx="0" cy="0"/>
        </a:xfrm>
      </p:grpSpPr>
      <p:sp>
        <p:nvSpPr>
          <p:cNvPr id="349" name="Google Shape;349;p53"/>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350" name="Google Shape;350;p53"/>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351" name="Google Shape;351;p53"/>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352" name="Google Shape;352;p53"/>
          <p:cNvSpPr txBox="1"/>
          <p:nvPr>
            <p:ph idx="2" type="subTitle"/>
          </p:nvPr>
        </p:nvSpPr>
        <p:spPr>
          <a:xfrm>
            <a:off x="4071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353" name="Google Shape;353;p53"/>
          <p:cNvSpPr txBox="1"/>
          <p:nvPr>
            <p:ph idx="3" type="subTitle"/>
          </p:nvPr>
        </p:nvSpPr>
        <p:spPr>
          <a:xfrm>
            <a:off x="27105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354" name="Google Shape;354;p53"/>
          <p:cNvSpPr txBox="1"/>
          <p:nvPr>
            <p:ph idx="4" type="subTitle"/>
          </p:nvPr>
        </p:nvSpPr>
        <p:spPr>
          <a:xfrm>
            <a:off x="50140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355" name="Google Shape;355;p53"/>
          <p:cNvSpPr txBox="1"/>
          <p:nvPr>
            <p:ph idx="5" type="subTitle"/>
          </p:nvPr>
        </p:nvSpPr>
        <p:spPr>
          <a:xfrm>
            <a:off x="73174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356" name="Google Shape;356;p53"/>
          <p:cNvSpPr txBox="1"/>
          <p:nvPr>
            <p:ph idx="6" type="body"/>
          </p:nvPr>
        </p:nvSpPr>
        <p:spPr>
          <a:xfrm>
            <a:off x="4071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57" name="Google Shape;357;p53"/>
          <p:cNvSpPr txBox="1"/>
          <p:nvPr>
            <p:ph idx="7" type="body"/>
          </p:nvPr>
        </p:nvSpPr>
        <p:spPr>
          <a:xfrm>
            <a:off x="27105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58" name="Google Shape;358;p53"/>
          <p:cNvSpPr txBox="1"/>
          <p:nvPr>
            <p:ph idx="8" type="body"/>
          </p:nvPr>
        </p:nvSpPr>
        <p:spPr>
          <a:xfrm>
            <a:off x="50140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59" name="Google Shape;359;p53"/>
          <p:cNvSpPr txBox="1"/>
          <p:nvPr>
            <p:ph idx="9" type="body"/>
          </p:nvPr>
        </p:nvSpPr>
        <p:spPr>
          <a:xfrm>
            <a:off x="73174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with small statement">
  <p:cSld name="BLANK_1_1_1_1_6">
    <p:spTree>
      <p:nvGrpSpPr>
        <p:cNvPr id="360" name="Shape 360"/>
        <p:cNvGrpSpPr/>
        <p:nvPr/>
      </p:nvGrpSpPr>
      <p:grpSpPr>
        <a:xfrm>
          <a:off x="0" y="0"/>
          <a:ext cx="0" cy="0"/>
          <a:chOff x="0" y="0"/>
          <a:chExt cx="0" cy="0"/>
        </a:xfrm>
      </p:grpSpPr>
      <p:sp>
        <p:nvSpPr>
          <p:cNvPr id="361" name="Google Shape;361;p54"/>
          <p:cNvSpPr txBox="1"/>
          <p:nvPr>
            <p:ph idx="1" type="body"/>
          </p:nvPr>
        </p:nvSpPr>
        <p:spPr>
          <a:xfrm>
            <a:off x="5503325" y="524750"/>
            <a:ext cx="3356100" cy="877800"/>
          </a:xfrm>
          <a:prstGeom prst="rect">
            <a:avLst/>
          </a:prstGeom>
        </p:spPr>
        <p:txBody>
          <a:bodyPr anchorCtr="0" anchor="t" bIns="0" lIns="0" spcFirstLastPara="1" rIns="0" wrap="square" tIns="0">
            <a:spAutoFit/>
          </a:bodyPr>
          <a:lstStyle>
            <a:lvl1pPr indent="-342900" lvl="0" marL="457200">
              <a:spcBef>
                <a:spcPts val="0"/>
              </a:spcBef>
              <a:spcAft>
                <a:spcPts val="0"/>
              </a:spcAft>
              <a:buClr>
                <a:schemeClr val="lt1"/>
              </a:buClr>
              <a:buSzPts val="1800"/>
              <a:buFont typeface="Lato"/>
              <a:buChar char="●"/>
              <a:defRPr sz="1800"/>
            </a:lvl1pPr>
            <a:lvl2pPr indent="-342900" lvl="1" marL="914400">
              <a:spcBef>
                <a:spcPts val="0"/>
              </a:spcBef>
              <a:spcAft>
                <a:spcPts val="0"/>
              </a:spcAft>
              <a:buClr>
                <a:schemeClr val="lt1"/>
              </a:buClr>
              <a:buSzPts val="1800"/>
              <a:buFont typeface="Lato"/>
              <a:buChar char="○"/>
              <a:defRPr sz="1800"/>
            </a:lvl2pPr>
            <a:lvl3pPr indent="-342900" lvl="2" marL="1371600">
              <a:spcBef>
                <a:spcPts val="0"/>
              </a:spcBef>
              <a:spcAft>
                <a:spcPts val="0"/>
              </a:spcAft>
              <a:buClr>
                <a:schemeClr val="lt1"/>
              </a:buClr>
              <a:buSzPts val="1800"/>
              <a:buFont typeface="Lato"/>
              <a:buChar char="■"/>
              <a:defRPr sz="1800"/>
            </a:lvl3pPr>
            <a:lvl4pPr indent="-342900" lvl="3" marL="1828800">
              <a:spcBef>
                <a:spcPts val="0"/>
              </a:spcBef>
              <a:spcAft>
                <a:spcPts val="0"/>
              </a:spcAft>
              <a:buClr>
                <a:schemeClr val="lt1"/>
              </a:buClr>
              <a:buSzPts val="1800"/>
              <a:buFont typeface="Lato"/>
              <a:buChar char="●"/>
              <a:defRPr sz="1800"/>
            </a:lvl4pPr>
            <a:lvl5pPr indent="-342900" lvl="4" marL="2286000">
              <a:spcBef>
                <a:spcPts val="0"/>
              </a:spcBef>
              <a:spcAft>
                <a:spcPts val="0"/>
              </a:spcAft>
              <a:buClr>
                <a:schemeClr val="lt1"/>
              </a:buClr>
              <a:buSzPts val="1800"/>
              <a:buFont typeface="Lato"/>
              <a:buChar char="○"/>
              <a:defRPr sz="1800"/>
            </a:lvl5pPr>
            <a:lvl6pPr indent="-342900" lvl="5" marL="2743200">
              <a:spcBef>
                <a:spcPts val="0"/>
              </a:spcBef>
              <a:spcAft>
                <a:spcPts val="0"/>
              </a:spcAft>
              <a:buClr>
                <a:schemeClr val="lt1"/>
              </a:buClr>
              <a:buSzPts val="1800"/>
              <a:buFont typeface="Lato"/>
              <a:buChar char="■"/>
              <a:defRPr sz="1800"/>
            </a:lvl6pPr>
            <a:lvl7pPr indent="-342900" lvl="6" marL="3200400">
              <a:spcBef>
                <a:spcPts val="0"/>
              </a:spcBef>
              <a:spcAft>
                <a:spcPts val="0"/>
              </a:spcAft>
              <a:buClr>
                <a:schemeClr val="lt1"/>
              </a:buClr>
              <a:buSzPts val="1800"/>
              <a:buFont typeface="Lato"/>
              <a:buChar char="●"/>
              <a:defRPr sz="1800"/>
            </a:lvl7pPr>
            <a:lvl8pPr indent="-342900" lvl="7" marL="3657600">
              <a:spcBef>
                <a:spcPts val="0"/>
              </a:spcBef>
              <a:spcAft>
                <a:spcPts val="0"/>
              </a:spcAft>
              <a:buClr>
                <a:schemeClr val="lt1"/>
              </a:buClr>
              <a:buSzPts val="1800"/>
              <a:buFont typeface="Lato"/>
              <a:buChar char="○"/>
              <a:defRPr sz="1800"/>
            </a:lvl8pPr>
            <a:lvl9pPr indent="-342900" lvl="8" marL="4114800">
              <a:spcBef>
                <a:spcPts val="0"/>
              </a:spcBef>
              <a:spcAft>
                <a:spcPts val="0"/>
              </a:spcAft>
              <a:buClr>
                <a:schemeClr val="lt1"/>
              </a:buClr>
              <a:buSzPts val="1800"/>
              <a:buFont typeface="Lato"/>
              <a:buChar char="■"/>
              <a:defRPr sz="1800"/>
            </a:lvl9pPr>
          </a:lstStyle>
          <a:p/>
        </p:txBody>
      </p:sp>
      <p:sp>
        <p:nvSpPr>
          <p:cNvPr id="362" name="Google Shape;362;p54"/>
          <p:cNvSpPr txBox="1"/>
          <p:nvPr>
            <p:ph type="title"/>
          </p:nvPr>
        </p:nvSpPr>
        <p:spPr>
          <a:xfrm>
            <a:off x="276075" y="457200"/>
            <a:ext cx="50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363" name="Google Shape;363;p54"/>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364" name="Google Shape;364;p54"/>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365" name="Google Shape;365;p54"/>
          <p:cNvSpPr txBox="1"/>
          <p:nvPr>
            <p:ph idx="3" type="subTitle"/>
          </p:nvPr>
        </p:nvSpPr>
        <p:spPr>
          <a:xfrm>
            <a:off x="27952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66" name="Google Shape;366;p54"/>
          <p:cNvSpPr txBox="1"/>
          <p:nvPr>
            <p:ph idx="4" type="subTitle"/>
          </p:nvPr>
        </p:nvSpPr>
        <p:spPr>
          <a:xfrm>
            <a:off x="2489940"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67" name="Google Shape;367;p54"/>
          <p:cNvSpPr txBox="1"/>
          <p:nvPr>
            <p:ph idx="5" type="subTitle"/>
          </p:nvPr>
        </p:nvSpPr>
        <p:spPr>
          <a:xfrm>
            <a:off x="469513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68" name="Google Shape;368;p54"/>
          <p:cNvSpPr txBox="1"/>
          <p:nvPr>
            <p:ph idx="6" type="subTitle"/>
          </p:nvPr>
        </p:nvSpPr>
        <p:spPr>
          <a:xfrm>
            <a:off x="6900335"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69" name="Google Shape;369;p54"/>
          <p:cNvSpPr txBox="1"/>
          <p:nvPr>
            <p:ph idx="7" type="body"/>
          </p:nvPr>
        </p:nvSpPr>
        <p:spPr>
          <a:xfrm>
            <a:off x="27495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70" name="Google Shape;370;p54"/>
          <p:cNvSpPr txBox="1"/>
          <p:nvPr>
            <p:ph idx="8" type="body"/>
          </p:nvPr>
        </p:nvSpPr>
        <p:spPr>
          <a:xfrm>
            <a:off x="248994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71" name="Google Shape;371;p54"/>
          <p:cNvSpPr txBox="1"/>
          <p:nvPr>
            <p:ph idx="9" type="body"/>
          </p:nvPr>
        </p:nvSpPr>
        <p:spPr>
          <a:xfrm>
            <a:off x="470493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72" name="Google Shape;372;p54"/>
          <p:cNvSpPr txBox="1"/>
          <p:nvPr>
            <p:ph idx="13" type="body"/>
          </p:nvPr>
        </p:nvSpPr>
        <p:spPr>
          <a:xfrm>
            <a:off x="6900335"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73" name="Google Shape;373;p54"/>
          <p:cNvSpPr txBox="1"/>
          <p:nvPr>
            <p:ph idx="14" type="subTitle"/>
          </p:nvPr>
        </p:nvSpPr>
        <p:spPr>
          <a:xfrm>
            <a:off x="27952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374" name="Google Shape;374;p54"/>
          <p:cNvSpPr txBox="1"/>
          <p:nvPr>
            <p:ph idx="15" type="subTitle"/>
          </p:nvPr>
        </p:nvSpPr>
        <p:spPr>
          <a:xfrm>
            <a:off x="248995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375" name="Google Shape;375;p54"/>
          <p:cNvSpPr txBox="1"/>
          <p:nvPr>
            <p:ph idx="16" type="subTitle"/>
          </p:nvPr>
        </p:nvSpPr>
        <p:spPr>
          <a:xfrm>
            <a:off x="470037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376" name="Google Shape;376;p54"/>
          <p:cNvSpPr txBox="1"/>
          <p:nvPr>
            <p:ph idx="17" type="subTitle"/>
          </p:nvPr>
        </p:nvSpPr>
        <p:spPr>
          <a:xfrm>
            <a:off x="691080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right image and 2 text boxes">
  <p:cSld name="BLANK_1_1_1_1_5">
    <p:spTree>
      <p:nvGrpSpPr>
        <p:cNvPr id="377" name="Shape 377"/>
        <p:cNvGrpSpPr/>
        <p:nvPr/>
      </p:nvGrpSpPr>
      <p:grpSpPr>
        <a:xfrm>
          <a:off x="0" y="0"/>
          <a:ext cx="0" cy="0"/>
          <a:chOff x="0" y="0"/>
          <a:chExt cx="0" cy="0"/>
        </a:xfrm>
      </p:grpSpPr>
      <p:sp>
        <p:nvSpPr>
          <p:cNvPr id="378" name="Google Shape;378;p55"/>
          <p:cNvSpPr txBox="1"/>
          <p:nvPr>
            <p:ph type="title"/>
          </p:nvPr>
        </p:nvSpPr>
        <p:spPr>
          <a:xfrm>
            <a:off x="276075" y="457200"/>
            <a:ext cx="6432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379" name="Google Shape;379;p55"/>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55"/>
          <p:cNvSpPr/>
          <p:nvPr>
            <p:ph idx="2" type="pic"/>
          </p:nvPr>
        </p:nvSpPr>
        <p:spPr>
          <a:xfrm>
            <a:off x="6802800" y="0"/>
            <a:ext cx="2341200" cy="1189800"/>
          </a:xfrm>
          <a:prstGeom prst="rect">
            <a:avLst/>
          </a:prstGeom>
          <a:noFill/>
          <a:ln>
            <a:noFill/>
          </a:ln>
        </p:spPr>
      </p:sp>
      <p:sp>
        <p:nvSpPr>
          <p:cNvPr id="381" name="Google Shape;381;p55"/>
          <p:cNvSpPr txBox="1"/>
          <p:nvPr>
            <p:ph idx="1" type="subTitle"/>
          </p:nvPr>
        </p:nvSpPr>
        <p:spPr>
          <a:xfrm>
            <a:off x="4682775" y="2717425"/>
            <a:ext cx="20262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382" name="Google Shape;382;p55"/>
          <p:cNvSpPr txBox="1"/>
          <p:nvPr>
            <p:ph idx="3" type="subTitle"/>
          </p:nvPr>
        </p:nvSpPr>
        <p:spPr>
          <a:xfrm>
            <a:off x="6843453" y="2717425"/>
            <a:ext cx="20301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383" name="Google Shape;383;p55"/>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384" name="Google Shape;384;p55"/>
          <p:cNvSpPr txBox="1"/>
          <p:nvPr>
            <p:ph idx="5" type="body"/>
          </p:nvPr>
        </p:nvSpPr>
        <p:spPr>
          <a:xfrm>
            <a:off x="4682775" y="3042765"/>
            <a:ext cx="20262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85" name="Google Shape;385;p55"/>
          <p:cNvSpPr txBox="1"/>
          <p:nvPr>
            <p:ph idx="6" type="body"/>
          </p:nvPr>
        </p:nvSpPr>
        <p:spPr>
          <a:xfrm>
            <a:off x="6843455" y="3042765"/>
            <a:ext cx="20301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peakers info">
  <p:cSld name="BLANK_1_1_1_1_3">
    <p:spTree>
      <p:nvGrpSpPr>
        <p:cNvPr id="386" name="Shape 386"/>
        <p:cNvGrpSpPr/>
        <p:nvPr/>
      </p:nvGrpSpPr>
      <p:grpSpPr>
        <a:xfrm>
          <a:off x="0" y="0"/>
          <a:ext cx="0" cy="0"/>
          <a:chOff x="0" y="0"/>
          <a:chExt cx="0" cy="0"/>
        </a:xfrm>
      </p:grpSpPr>
      <p:sp>
        <p:nvSpPr>
          <p:cNvPr id="387" name="Google Shape;387;p56"/>
          <p:cNvSpPr/>
          <p:nvPr/>
        </p:nvSpPr>
        <p:spPr>
          <a:xfrm>
            <a:off x="5461825" y="850"/>
            <a:ext cx="3682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8" name="Google Shape;388;p56"/>
          <p:cNvSpPr txBox="1"/>
          <p:nvPr>
            <p:ph idx="1" type="subTitle"/>
          </p:nvPr>
        </p:nvSpPr>
        <p:spPr>
          <a:xfrm>
            <a:off x="1987875"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389" name="Google Shape;389;p56"/>
          <p:cNvSpPr txBox="1"/>
          <p:nvPr>
            <p:ph idx="2" type="subTitle"/>
          </p:nvPr>
        </p:nvSpPr>
        <p:spPr>
          <a:xfrm>
            <a:off x="1987875"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390" name="Google Shape;390;p56"/>
          <p:cNvSpPr/>
          <p:nvPr>
            <p:ph idx="3" type="pic"/>
          </p:nvPr>
        </p:nvSpPr>
        <p:spPr>
          <a:xfrm>
            <a:off x="-50" y="1424175"/>
            <a:ext cx="1838100" cy="3267000"/>
          </a:xfrm>
          <a:prstGeom prst="rect">
            <a:avLst/>
          </a:prstGeom>
          <a:noFill/>
          <a:ln>
            <a:noFill/>
          </a:ln>
        </p:spPr>
      </p:sp>
      <p:sp>
        <p:nvSpPr>
          <p:cNvPr id="391" name="Google Shape;391;p56"/>
          <p:cNvSpPr/>
          <p:nvPr>
            <p:ph idx="4" type="pic"/>
          </p:nvPr>
        </p:nvSpPr>
        <p:spPr>
          <a:xfrm>
            <a:off x="4527160" y="1424175"/>
            <a:ext cx="1838100" cy="3267000"/>
          </a:xfrm>
          <a:prstGeom prst="rect">
            <a:avLst/>
          </a:prstGeom>
          <a:noFill/>
          <a:ln>
            <a:noFill/>
          </a:ln>
        </p:spPr>
      </p:sp>
      <p:sp>
        <p:nvSpPr>
          <p:cNvPr id="392" name="Google Shape;392;p56"/>
          <p:cNvSpPr txBox="1"/>
          <p:nvPr>
            <p:ph idx="5" type="subTitle"/>
          </p:nvPr>
        </p:nvSpPr>
        <p:spPr>
          <a:xfrm>
            <a:off x="6525486"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393" name="Google Shape;393;p56"/>
          <p:cNvSpPr txBox="1"/>
          <p:nvPr>
            <p:ph idx="6" type="subTitle"/>
          </p:nvPr>
        </p:nvSpPr>
        <p:spPr>
          <a:xfrm>
            <a:off x="6525486"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394" name="Google Shape;394;p56"/>
          <p:cNvSpPr txBox="1"/>
          <p:nvPr>
            <p:ph type="title"/>
          </p:nvPr>
        </p:nvSpPr>
        <p:spPr>
          <a:xfrm>
            <a:off x="276075" y="457200"/>
            <a:ext cx="4248900" cy="7614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395" name="Google Shape;395;p56"/>
          <p:cNvSpPr txBox="1"/>
          <p:nvPr>
            <p:ph idx="7"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396" name="Google Shape;396;p56"/>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397" name="Google Shape;397;p56"/>
          <p:cNvSpPr txBox="1"/>
          <p:nvPr>
            <p:ph idx="8" type="body"/>
          </p:nvPr>
        </p:nvSpPr>
        <p:spPr>
          <a:xfrm>
            <a:off x="1987875" y="3545425"/>
            <a:ext cx="17550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
        <p:nvSpPr>
          <p:cNvPr id="398" name="Google Shape;398;p56"/>
          <p:cNvSpPr txBox="1"/>
          <p:nvPr>
            <p:ph idx="9" type="body"/>
          </p:nvPr>
        </p:nvSpPr>
        <p:spPr>
          <a:xfrm>
            <a:off x="6536675" y="3545425"/>
            <a:ext cx="16998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BLANK_1_1_1_1_2">
    <p:spTree>
      <p:nvGrpSpPr>
        <p:cNvPr id="399" name="Shape 399"/>
        <p:cNvGrpSpPr/>
        <p:nvPr/>
      </p:nvGrpSpPr>
      <p:grpSpPr>
        <a:xfrm>
          <a:off x="0" y="0"/>
          <a:ext cx="0" cy="0"/>
          <a:chOff x="0" y="0"/>
          <a:chExt cx="0" cy="0"/>
        </a:xfrm>
      </p:grpSpPr>
      <p:sp>
        <p:nvSpPr>
          <p:cNvPr id="400" name="Google Shape;400;p57"/>
          <p:cNvSpPr/>
          <p:nvPr>
            <p:ph idx="2" type="pic"/>
          </p:nvPr>
        </p:nvSpPr>
        <p:spPr>
          <a:xfrm>
            <a:off x="4138225" y="517875"/>
            <a:ext cx="1152300" cy="1203600"/>
          </a:xfrm>
          <a:prstGeom prst="rect">
            <a:avLst/>
          </a:prstGeom>
          <a:noFill/>
          <a:ln>
            <a:noFill/>
          </a:ln>
        </p:spPr>
      </p:sp>
      <p:sp>
        <p:nvSpPr>
          <p:cNvPr id="401" name="Google Shape;401;p57"/>
          <p:cNvSpPr/>
          <p:nvPr>
            <p:ph idx="3" type="pic"/>
          </p:nvPr>
        </p:nvSpPr>
        <p:spPr>
          <a:xfrm>
            <a:off x="4138225" y="1957188"/>
            <a:ext cx="1152300" cy="1203600"/>
          </a:xfrm>
          <a:prstGeom prst="rect">
            <a:avLst/>
          </a:prstGeom>
          <a:noFill/>
          <a:ln>
            <a:noFill/>
          </a:ln>
        </p:spPr>
      </p:sp>
      <p:sp>
        <p:nvSpPr>
          <p:cNvPr id="402" name="Google Shape;402;p57"/>
          <p:cNvSpPr/>
          <p:nvPr>
            <p:ph idx="4" type="pic"/>
          </p:nvPr>
        </p:nvSpPr>
        <p:spPr>
          <a:xfrm>
            <a:off x="4138213" y="3403813"/>
            <a:ext cx="1152300" cy="1203600"/>
          </a:xfrm>
          <a:prstGeom prst="rect">
            <a:avLst/>
          </a:prstGeom>
          <a:noFill/>
          <a:ln>
            <a:noFill/>
          </a:ln>
        </p:spPr>
      </p:sp>
      <p:sp>
        <p:nvSpPr>
          <p:cNvPr id="403" name="Google Shape;403;p57"/>
          <p:cNvSpPr/>
          <p:nvPr>
            <p:ph idx="5" type="pic"/>
          </p:nvPr>
        </p:nvSpPr>
        <p:spPr>
          <a:xfrm>
            <a:off x="6573252" y="517875"/>
            <a:ext cx="1152300" cy="1203600"/>
          </a:xfrm>
          <a:prstGeom prst="rect">
            <a:avLst/>
          </a:prstGeom>
          <a:noFill/>
          <a:ln>
            <a:noFill/>
          </a:ln>
        </p:spPr>
      </p:sp>
      <p:sp>
        <p:nvSpPr>
          <p:cNvPr id="404" name="Google Shape;404;p57"/>
          <p:cNvSpPr/>
          <p:nvPr>
            <p:ph idx="6" type="pic"/>
          </p:nvPr>
        </p:nvSpPr>
        <p:spPr>
          <a:xfrm>
            <a:off x="6573252" y="1957188"/>
            <a:ext cx="1152300" cy="1203600"/>
          </a:xfrm>
          <a:prstGeom prst="rect">
            <a:avLst/>
          </a:prstGeom>
          <a:noFill/>
          <a:ln>
            <a:noFill/>
          </a:ln>
        </p:spPr>
      </p:sp>
      <p:sp>
        <p:nvSpPr>
          <p:cNvPr id="405" name="Google Shape;405;p57"/>
          <p:cNvSpPr/>
          <p:nvPr>
            <p:ph idx="7" type="pic"/>
          </p:nvPr>
        </p:nvSpPr>
        <p:spPr>
          <a:xfrm>
            <a:off x="6573252" y="3403813"/>
            <a:ext cx="1152300" cy="1203600"/>
          </a:xfrm>
          <a:prstGeom prst="rect">
            <a:avLst/>
          </a:prstGeom>
          <a:noFill/>
          <a:ln>
            <a:noFill/>
          </a:ln>
        </p:spPr>
      </p:sp>
      <p:sp>
        <p:nvSpPr>
          <p:cNvPr id="406" name="Google Shape;406;p57"/>
          <p:cNvSpPr txBox="1"/>
          <p:nvPr>
            <p:ph idx="1" type="subTitle"/>
          </p:nvPr>
        </p:nvSpPr>
        <p:spPr>
          <a:xfrm>
            <a:off x="5406561"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407" name="Google Shape;407;p57"/>
          <p:cNvSpPr txBox="1"/>
          <p:nvPr>
            <p:ph idx="8" type="subTitle"/>
          </p:nvPr>
        </p:nvSpPr>
        <p:spPr>
          <a:xfrm>
            <a:off x="5406561"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408" name="Google Shape;408;p57"/>
          <p:cNvSpPr txBox="1"/>
          <p:nvPr>
            <p:ph idx="9" type="subTitle"/>
          </p:nvPr>
        </p:nvSpPr>
        <p:spPr>
          <a:xfrm>
            <a:off x="5406561"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409" name="Google Shape;409;p57"/>
          <p:cNvSpPr txBox="1"/>
          <p:nvPr>
            <p:ph idx="13" type="subTitle"/>
          </p:nvPr>
        </p:nvSpPr>
        <p:spPr>
          <a:xfrm>
            <a:off x="7840736"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410" name="Google Shape;410;p57"/>
          <p:cNvSpPr txBox="1"/>
          <p:nvPr>
            <p:ph idx="14" type="subTitle"/>
          </p:nvPr>
        </p:nvSpPr>
        <p:spPr>
          <a:xfrm>
            <a:off x="7840736"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411" name="Google Shape;411;p57"/>
          <p:cNvSpPr txBox="1"/>
          <p:nvPr>
            <p:ph idx="15" type="subTitle"/>
          </p:nvPr>
        </p:nvSpPr>
        <p:spPr>
          <a:xfrm>
            <a:off x="7840736"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412" name="Google Shape;412;p57"/>
          <p:cNvSpPr txBox="1"/>
          <p:nvPr>
            <p:ph idx="16" type="subTitle"/>
          </p:nvPr>
        </p:nvSpPr>
        <p:spPr>
          <a:xfrm>
            <a:off x="5406550"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413" name="Google Shape;413;p57"/>
          <p:cNvSpPr txBox="1"/>
          <p:nvPr>
            <p:ph idx="17" type="subTitle"/>
          </p:nvPr>
        </p:nvSpPr>
        <p:spPr>
          <a:xfrm>
            <a:off x="7840725"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414" name="Google Shape;414;p57"/>
          <p:cNvSpPr txBox="1"/>
          <p:nvPr>
            <p:ph idx="18" type="subTitle"/>
          </p:nvPr>
        </p:nvSpPr>
        <p:spPr>
          <a:xfrm>
            <a:off x="5406550"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415" name="Google Shape;415;p57"/>
          <p:cNvSpPr txBox="1"/>
          <p:nvPr>
            <p:ph idx="19" type="subTitle"/>
          </p:nvPr>
        </p:nvSpPr>
        <p:spPr>
          <a:xfrm>
            <a:off x="7840725"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416" name="Google Shape;416;p57"/>
          <p:cNvSpPr txBox="1"/>
          <p:nvPr>
            <p:ph idx="20" type="subTitle"/>
          </p:nvPr>
        </p:nvSpPr>
        <p:spPr>
          <a:xfrm>
            <a:off x="5406550"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417" name="Google Shape;417;p57"/>
          <p:cNvSpPr txBox="1"/>
          <p:nvPr>
            <p:ph idx="21" type="subTitle"/>
          </p:nvPr>
        </p:nvSpPr>
        <p:spPr>
          <a:xfrm>
            <a:off x="7840725"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418" name="Google Shape;418;p57"/>
          <p:cNvSpPr txBox="1"/>
          <p:nvPr>
            <p:ph type="title"/>
          </p:nvPr>
        </p:nvSpPr>
        <p:spPr>
          <a:xfrm>
            <a:off x="276075" y="457200"/>
            <a:ext cx="38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419" name="Google Shape;419;p57"/>
          <p:cNvSpPr txBox="1"/>
          <p:nvPr>
            <p:ph idx="2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420" name="Google Shape;420;p57"/>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_2">
    <p:spTree>
      <p:nvGrpSpPr>
        <p:cNvPr id="421" name="Shape 421"/>
        <p:cNvGrpSpPr/>
        <p:nvPr/>
      </p:nvGrpSpPr>
      <p:grpSpPr>
        <a:xfrm>
          <a:off x="0" y="0"/>
          <a:ext cx="0" cy="0"/>
          <a:chOff x="0" y="0"/>
          <a:chExt cx="0" cy="0"/>
        </a:xfrm>
      </p:grpSpPr>
      <p:sp>
        <p:nvSpPr>
          <p:cNvPr id="422" name="Google Shape;422;p58"/>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4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423" name="Google Shape;423;p58"/>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424" name="Google Shape;424;p58"/>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425" name="Google Shape;425;p58"/>
          <p:cNvSpPr txBox="1"/>
          <p:nvPr>
            <p:ph idx="2" type="body"/>
          </p:nvPr>
        </p:nvSpPr>
        <p:spPr>
          <a:xfrm>
            <a:off x="276075" y="1763425"/>
            <a:ext cx="4342800" cy="7113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with picture">
  <p:cSld name="BLANK_1_1_1_1_1_1_1_2">
    <p:spTree>
      <p:nvGrpSpPr>
        <p:cNvPr id="426" name="Shape 426"/>
        <p:cNvGrpSpPr/>
        <p:nvPr/>
      </p:nvGrpSpPr>
      <p:grpSpPr>
        <a:xfrm>
          <a:off x="0" y="0"/>
          <a:ext cx="0" cy="0"/>
          <a:chOff x="0" y="0"/>
          <a:chExt cx="0" cy="0"/>
        </a:xfrm>
      </p:grpSpPr>
      <p:sp>
        <p:nvSpPr>
          <p:cNvPr id="427" name="Google Shape;427;p59"/>
          <p:cNvSpPr txBox="1"/>
          <p:nvPr>
            <p:ph type="title"/>
          </p:nvPr>
        </p:nvSpPr>
        <p:spPr>
          <a:xfrm>
            <a:off x="1182150" y="1765350"/>
            <a:ext cx="6779700" cy="17652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a:lvl2pPr>
            <a:lvl3pPr lvl="2" algn="ctr">
              <a:lnSpc>
                <a:spcPct val="90000"/>
              </a:lnSpc>
              <a:spcBef>
                <a:spcPts val="0"/>
              </a:spcBef>
              <a:spcAft>
                <a:spcPts val="0"/>
              </a:spcAft>
              <a:buNone/>
              <a:defRPr/>
            </a:lvl3pPr>
            <a:lvl4pPr lvl="3" algn="ctr">
              <a:lnSpc>
                <a:spcPct val="90000"/>
              </a:lnSpc>
              <a:spcBef>
                <a:spcPts val="0"/>
              </a:spcBef>
              <a:spcAft>
                <a:spcPts val="0"/>
              </a:spcAft>
              <a:buNone/>
              <a:defRPr/>
            </a:lvl4pPr>
            <a:lvl5pPr lvl="4" algn="ctr">
              <a:lnSpc>
                <a:spcPct val="90000"/>
              </a:lnSpc>
              <a:spcBef>
                <a:spcPts val="0"/>
              </a:spcBef>
              <a:spcAft>
                <a:spcPts val="0"/>
              </a:spcAft>
              <a:buNone/>
              <a:defRPr/>
            </a:lvl5pPr>
            <a:lvl6pPr lvl="5" algn="ctr">
              <a:lnSpc>
                <a:spcPct val="90000"/>
              </a:lnSpc>
              <a:spcBef>
                <a:spcPts val="0"/>
              </a:spcBef>
              <a:spcAft>
                <a:spcPts val="0"/>
              </a:spcAft>
              <a:buNone/>
              <a:defRPr/>
            </a:lvl6pPr>
            <a:lvl7pPr lvl="6" algn="ctr">
              <a:lnSpc>
                <a:spcPct val="90000"/>
              </a:lnSpc>
              <a:spcBef>
                <a:spcPts val="0"/>
              </a:spcBef>
              <a:spcAft>
                <a:spcPts val="0"/>
              </a:spcAft>
              <a:buNone/>
              <a:defRPr/>
            </a:lvl7pPr>
            <a:lvl8pPr lvl="7" algn="ctr">
              <a:lnSpc>
                <a:spcPct val="90000"/>
              </a:lnSpc>
              <a:spcBef>
                <a:spcPts val="0"/>
              </a:spcBef>
              <a:spcAft>
                <a:spcPts val="0"/>
              </a:spcAft>
              <a:buNone/>
              <a:defRPr/>
            </a:lvl8pPr>
            <a:lvl9pPr lvl="8" algn="ctr">
              <a:lnSpc>
                <a:spcPct val="90000"/>
              </a:lnSpc>
              <a:spcBef>
                <a:spcPts val="0"/>
              </a:spcBef>
              <a:spcAft>
                <a:spcPts val="0"/>
              </a:spcAft>
              <a:buNone/>
              <a:defRPr/>
            </a:lvl9pPr>
          </a:lstStyle>
          <a:p/>
        </p:txBody>
      </p:sp>
      <p:sp>
        <p:nvSpPr>
          <p:cNvPr id="428" name="Google Shape;428;p59"/>
          <p:cNvSpPr txBox="1"/>
          <p:nvPr>
            <p:ph idx="2" type="title"/>
          </p:nvPr>
        </p:nvSpPr>
        <p:spPr>
          <a:xfrm>
            <a:off x="1182150" y="4058050"/>
            <a:ext cx="6779700" cy="3972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None/>
              <a:defRPr sz="1200">
                <a:solidFill>
                  <a:schemeClr val="lt1"/>
                </a:solidFill>
                <a:latin typeface="Lato"/>
                <a:ea typeface="Lato"/>
                <a:cs typeface="Lato"/>
                <a:sym typeface="Lato"/>
              </a:defRPr>
            </a:lvl1pPr>
            <a:lvl2pPr lvl="1" algn="ctr">
              <a:lnSpc>
                <a:spcPct val="115000"/>
              </a:lnSpc>
              <a:spcBef>
                <a:spcPts val="0"/>
              </a:spcBef>
              <a:spcAft>
                <a:spcPts val="0"/>
              </a:spcAft>
              <a:buNone/>
              <a:defRPr sz="1200">
                <a:solidFill>
                  <a:schemeClr val="lt1"/>
                </a:solidFill>
                <a:latin typeface="Lato"/>
                <a:ea typeface="Lato"/>
                <a:cs typeface="Lato"/>
                <a:sym typeface="Lato"/>
              </a:defRPr>
            </a:lvl2pPr>
            <a:lvl3pPr lvl="2" algn="ctr">
              <a:lnSpc>
                <a:spcPct val="115000"/>
              </a:lnSpc>
              <a:spcBef>
                <a:spcPts val="0"/>
              </a:spcBef>
              <a:spcAft>
                <a:spcPts val="0"/>
              </a:spcAft>
              <a:buNone/>
              <a:defRPr sz="1200">
                <a:solidFill>
                  <a:schemeClr val="lt1"/>
                </a:solidFill>
                <a:latin typeface="Lato"/>
                <a:ea typeface="Lato"/>
                <a:cs typeface="Lato"/>
                <a:sym typeface="Lato"/>
              </a:defRPr>
            </a:lvl3pPr>
            <a:lvl4pPr lvl="3" algn="ctr">
              <a:lnSpc>
                <a:spcPct val="115000"/>
              </a:lnSpc>
              <a:spcBef>
                <a:spcPts val="0"/>
              </a:spcBef>
              <a:spcAft>
                <a:spcPts val="0"/>
              </a:spcAft>
              <a:buNone/>
              <a:defRPr sz="1200">
                <a:solidFill>
                  <a:schemeClr val="lt1"/>
                </a:solidFill>
                <a:latin typeface="Lato"/>
                <a:ea typeface="Lato"/>
                <a:cs typeface="Lato"/>
                <a:sym typeface="Lato"/>
              </a:defRPr>
            </a:lvl4pPr>
            <a:lvl5pPr lvl="4" algn="ctr">
              <a:lnSpc>
                <a:spcPct val="115000"/>
              </a:lnSpc>
              <a:spcBef>
                <a:spcPts val="0"/>
              </a:spcBef>
              <a:spcAft>
                <a:spcPts val="0"/>
              </a:spcAft>
              <a:buNone/>
              <a:defRPr sz="1200">
                <a:solidFill>
                  <a:schemeClr val="lt1"/>
                </a:solidFill>
                <a:latin typeface="Lato"/>
                <a:ea typeface="Lato"/>
                <a:cs typeface="Lato"/>
                <a:sym typeface="Lato"/>
              </a:defRPr>
            </a:lvl5pPr>
            <a:lvl6pPr lvl="5" algn="ctr">
              <a:lnSpc>
                <a:spcPct val="115000"/>
              </a:lnSpc>
              <a:spcBef>
                <a:spcPts val="0"/>
              </a:spcBef>
              <a:spcAft>
                <a:spcPts val="0"/>
              </a:spcAft>
              <a:buNone/>
              <a:defRPr sz="1200">
                <a:solidFill>
                  <a:schemeClr val="lt1"/>
                </a:solidFill>
                <a:latin typeface="Lato"/>
                <a:ea typeface="Lato"/>
                <a:cs typeface="Lato"/>
                <a:sym typeface="Lato"/>
              </a:defRPr>
            </a:lvl6pPr>
            <a:lvl7pPr lvl="6" algn="ctr">
              <a:lnSpc>
                <a:spcPct val="115000"/>
              </a:lnSpc>
              <a:spcBef>
                <a:spcPts val="0"/>
              </a:spcBef>
              <a:spcAft>
                <a:spcPts val="0"/>
              </a:spcAft>
              <a:buNone/>
              <a:defRPr sz="1200">
                <a:solidFill>
                  <a:schemeClr val="lt1"/>
                </a:solidFill>
                <a:latin typeface="Lato"/>
                <a:ea typeface="Lato"/>
                <a:cs typeface="Lato"/>
                <a:sym typeface="Lato"/>
              </a:defRPr>
            </a:lvl7pPr>
            <a:lvl8pPr lvl="7" algn="ctr">
              <a:lnSpc>
                <a:spcPct val="115000"/>
              </a:lnSpc>
              <a:spcBef>
                <a:spcPts val="0"/>
              </a:spcBef>
              <a:spcAft>
                <a:spcPts val="0"/>
              </a:spcAft>
              <a:buNone/>
              <a:defRPr sz="1200">
                <a:solidFill>
                  <a:schemeClr val="lt1"/>
                </a:solidFill>
                <a:latin typeface="Lato"/>
                <a:ea typeface="Lato"/>
                <a:cs typeface="Lato"/>
                <a:sym typeface="Lato"/>
              </a:defRPr>
            </a:lvl8pPr>
            <a:lvl9pPr lvl="8" algn="ctr">
              <a:lnSpc>
                <a:spcPct val="115000"/>
              </a:lnSpc>
              <a:spcBef>
                <a:spcPts val="0"/>
              </a:spcBef>
              <a:spcAft>
                <a:spcPts val="0"/>
              </a:spcAft>
              <a:buNone/>
              <a:defRPr sz="1200">
                <a:solidFill>
                  <a:schemeClr val="lt1"/>
                </a:solidFill>
                <a:latin typeface="Lato"/>
                <a:ea typeface="Lato"/>
                <a:cs typeface="Lato"/>
                <a:sym typeface="Lato"/>
              </a:defRPr>
            </a:lvl9pPr>
          </a:lstStyle>
          <a:p/>
        </p:txBody>
      </p:sp>
      <p:sp>
        <p:nvSpPr>
          <p:cNvPr id="429" name="Google Shape;429;p59"/>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430" name="Google Shape;430;p59"/>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431" name="Google Shape;431;p59"/>
          <p:cNvSpPr/>
          <p:nvPr>
            <p:ph idx="3" type="pic"/>
          </p:nvPr>
        </p:nvSpPr>
        <p:spPr>
          <a:xfrm>
            <a:off x="0" y="0"/>
            <a:ext cx="9144000" cy="10791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dk2"/>
        </a:solidFill>
      </p:bgPr>
    </p:bg>
    <p:spTree>
      <p:nvGrpSpPr>
        <p:cNvPr id="432" name="Shape 432"/>
        <p:cNvGrpSpPr/>
        <p:nvPr/>
      </p:nvGrpSpPr>
      <p:grpSpPr>
        <a:xfrm>
          <a:off x="0" y="0"/>
          <a:ext cx="0" cy="0"/>
          <a:chOff x="0" y="0"/>
          <a:chExt cx="0" cy="0"/>
        </a:xfrm>
      </p:grpSpPr>
      <p:sp>
        <p:nvSpPr>
          <p:cNvPr id="433" name="Google Shape;433;p60"/>
          <p:cNvSpPr txBox="1"/>
          <p:nvPr>
            <p:ph type="title"/>
          </p:nvPr>
        </p:nvSpPr>
        <p:spPr>
          <a:xfrm>
            <a:off x="270983" y="1985025"/>
            <a:ext cx="3342900" cy="273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434" name="Google Shape;434;p60"/>
          <p:cNvSpPr txBox="1"/>
          <p:nvPr>
            <p:ph idx="2" type="title"/>
          </p:nvPr>
        </p:nvSpPr>
        <p:spPr>
          <a:xfrm>
            <a:off x="270983"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435" name="Google Shape;435;p60"/>
          <p:cNvSpPr txBox="1"/>
          <p:nvPr>
            <p:ph idx="3" type="title"/>
          </p:nvPr>
        </p:nvSpPr>
        <p:spPr>
          <a:xfrm>
            <a:off x="270983"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436" name="Google Shape;436;p60"/>
          <p:cNvSpPr txBox="1"/>
          <p:nvPr>
            <p:ph idx="4" type="title"/>
          </p:nvPr>
        </p:nvSpPr>
        <p:spPr>
          <a:xfrm>
            <a:off x="4858317" y="19850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437" name="Google Shape;437;p60"/>
          <p:cNvSpPr txBox="1"/>
          <p:nvPr>
            <p:ph idx="5" type="title"/>
          </p:nvPr>
        </p:nvSpPr>
        <p:spPr>
          <a:xfrm>
            <a:off x="4858317"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438" name="Google Shape;438;p60"/>
          <p:cNvSpPr txBox="1"/>
          <p:nvPr>
            <p:ph idx="6" type="title"/>
          </p:nvPr>
        </p:nvSpPr>
        <p:spPr>
          <a:xfrm>
            <a:off x="4858317"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439" name="Google Shape;439;p60"/>
          <p:cNvSpPr txBox="1"/>
          <p:nvPr>
            <p:ph idx="7"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440" name="Google Shape;440;p60"/>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441" name="Google Shape;441;p60"/>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442" name="Google Shape;442;p60"/>
          <p:cNvSpPr txBox="1"/>
          <p:nvPr>
            <p:ph idx="8" type="subTitle"/>
          </p:nvPr>
        </p:nvSpPr>
        <p:spPr>
          <a:xfrm>
            <a:off x="271825"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443" name="Google Shape;443;p60"/>
          <p:cNvSpPr txBox="1"/>
          <p:nvPr>
            <p:ph idx="9" type="subTitle"/>
          </p:nvPr>
        </p:nvSpPr>
        <p:spPr>
          <a:xfrm>
            <a:off x="4858700"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444" name="Google Shape;444;p60"/>
          <p:cNvSpPr txBox="1"/>
          <p:nvPr>
            <p:ph idx="13" type="subTitle"/>
          </p:nvPr>
        </p:nvSpPr>
        <p:spPr>
          <a:xfrm>
            <a:off x="271825"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445" name="Google Shape;445;p60"/>
          <p:cNvSpPr txBox="1"/>
          <p:nvPr>
            <p:ph idx="14" type="subTitle"/>
          </p:nvPr>
        </p:nvSpPr>
        <p:spPr>
          <a:xfrm>
            <a:off x="271825"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446" name="Google Shape;446;p60"/>
          <p:cNvSpPr txBox="1"/>
          <p:nvPr>
            <p:ph idx="15" type="subTitle"/>
          </p:nvPr>
        </p:nvSpPr>
        <p:spPr>
          <a:xfrm>
            <a:off x="4858700"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447" name="Google Shape;447;p60"/>
          <p:cNvSpPr txBox="1"/>
          <p:nvPr>
            <p:ph idx="16" type="subTitle"/>
          </p:nvPr>
        </p:nvSpPr>
        <p:spPr>
          <a:xfrm>
            <a:off x="4858700"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age with right text">
  <p:cSld name="BLANK_1_1_1_1_1_1_1_1_1_1_1_1_1_1_1_1">
    <p:spTree>
      <p:nvGrpSpPr>
        <p:cNvPr id="448" name="Shape 448"/>
        <p:cNvGrpSpPr/>
        <p:nvPr/>
      </p:nvGrpSpPr>
      <p:grpSpPr>
        <a:xfrm>
          <a:off x="0" y="0"/>
          <a:ext cx="0" cy="0"/>
          <a:chOff x="0" y="0"/>
          <a:chExt cx="0" cy="0"/>
        </a:xfrm>
      </p:grpSpPr>
      <p:sp>
        <p:nvSpPr>
          <p:cNvPr id="449" name="Google Shape;449;p61"/>
          <p:cNvSpPr/>
          <p:nvPr>
            <p:ph idx="2" type="pic"/>
          </p:nvPr>
        </p:nvSpPr>
        <p:spPr>
          <a:xfrm>
            <a:off x="0" y="0"/>
            <a:ext cx="4348800" cy="5143500"/>
          </a:xfrm>
          <a:prstGeom prst="rect">
            <a:avLst/>
          </a:prstGeom>
          <a:noFill/>
          <a:ln>
            <a:noFill/>
          </a:ln>
        </p:spPr>
      </p:sp>
      <p:sp>
        <p:nvSpPr>
          <p:cNvPr id="450" name="Google Shape;450;p61"/>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451" name="Google Shape;451;p61"/>
          <p:cNvSpPr txBox="1"/>
          <p:nvPr>
            <p:ph type="title"/>
          </p:nvPr>
        </p:nvSpPr>
        <p:spPr>
          <a:xfrm>
            <a:off x="4618950" y="457200"/>
            <a:ext cx="4251600" cy="7515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452" name="Google Shape;452;p61"/>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453" name="Google Shape;453;p61"/>
          <p:cNvSpPr txBox="1"/>
          <p:nvPr>
            <p:ph idx="3" type="subTitle"/>
          </p:nvPr>
        </p:nvSpPr>
        <p:spPr>
          <a:xfrm>
            <a:off x="4618950" y="2823908"/>
            <a:ext cx="4251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54" name="Google Shape;454;p61"/>
          <p:cNvSpPr txBox="1"/>
          <p:nvPr>
            <p:ph idx="4" type="body"/>
          </p:nvPr>
        </p:nvSpPr>
        <p:spPr>
          <a:xfrm>
            <a:off x="4618950" y="3457500"/>
            <a:ext cx="4251600" cy="906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Lato"/>
              <a:buChar char="●"/>
              <a:defRPr/>
            </a:lvl1pPr>
            <a:lvl2pPr indent="-304800" lvl="1" marL="914400">
              <a:spcBef>
                <a:spcPts val="0"/>
              </a:spcBef>
              <a:spcAft>
                <a:spcPts val="0"/>
              </a:spcAft>
              <a:buClr>
                <a:schemeClr val="lt1"/>
              </a:buClr>
              <a:buSzPts val="1200"/>
              <a:buFont typeface="Lato"/>
              <a:buChar char="○"/>
              <a:defRPr/>
            </a:lvl2pPr>
            <a:lvl3pPr indent="-304800" lvl="2" marL="1371600">
              <a:spcBef>
                <a:spcPts val="0"/>
              </a:spcBef>
              <a:spcAft>
                <a:spcPts val="0"/>
              </a:spcAft>
              <a:buClr>
                <a:schemeClr val="lt1"/>
              </a:buClr>
              <a:buSzPts val="1200"/>
              <a:buFont typeface="Lato"/>
              <a:buChar char="■"/>
              <a:defRPr/>
            </a:lvl3pPr>
            <a:lvl4pPr indent="-304800" lvl="3" marL="1828800">
              <a:spcBef>
                <a:spcPts val="0"/>
              </a:spcBef>
              <a:spcAft>
                <a:spcPts val="0"/>
              </a:spcAft>
              <a:buClr>
                <a:schemeClr val="lt1"/>
              </a:buClr>
              <a:buSzPts val="1200"/>
              <a:buFont typeface="Lato"/>
              <a:buChar char="●"/>
              <a:defRPr/>
            </a:lvl4pPr>
            <a:lvl5pPr indent="-304800" lvl="4" marL="2286000">
              <a:spcBef>
                <a:spcPts val="0"/>
              </a:spcBef>
              <a:spcAft>
                <a:spcPts val="0"/>
              </a:spcAft>
              <a:buClr>
                <a:schemeClr val="lt1"/>
              </a:buClr>
              <a:buSzPts val="1200"/>
              <a:buFont typeface="Lato"/>
              <a:buChar char="○"/>
              <a:defRPr/>
            </a:lvl5pPr>
            <a:lvl6pPr indent="-304800" lvl="5" marL="2743200">
              <a:spcBef>
                <a:spcPts val="0"/>
              </a:spcBef>
              <a:spcAft>
                <a:spcPts val="0"/>
              </a:spcAft>
              <a:buClr>
                <a:schemeClr val="lt1"/>
              </a:buClr>
              <a:buSzPts val="1200"/>
              <a:buFont typeface="Lato"/>
              <a:buChar char="■"/>
              <a:defRPr/>
            </a:lvl6pPr>
            <a:lvl7pPr indent="-304800" lvl="6" marL="3200400">
              <a:spcBef>
                <a:spcPts val="0"/>
              </a:spcBef>
              <a:spcAft>
                <a:spcPts val="0"/>
              </a:spcAft>
              <a:buClr>
                <a:schemeClr val="lt1"/>
              </a:buClr>
              <a:buSzPts val="1200"/>
              <a:buFont typeface="Lato"/>
              <a:buChar char="●"/>
              <a:defRPr/>
            </a:lvl7pPr>
            <a:lvl8pPr indent="-304800" lvl="7" marL="3657600">
              <a:spcBef>
                <a:spcPts val="0"/>
              </a:spcBef>
              <a:spcAft>
                <a:spcPts val="0"/>
              </a:spcAft>
              <a:buClr>
                <a:schemeClr val="lt1"/>
              </a:buClr>
              <a:buSzPts val="1200"/>
              <a:buFont typeface="Lato"/>
              <a:buChar char="○"/>
              <a:defRPr/>
            </a:lvl8pPr>
            <a:lvl9pPr indent="-304800" lvl="8" marL="4114800">
              <a:spcBef>
                <a:spcPts val="0"/>
              </a:spcBef>
              <a:spcAft>
                <a:spcPts val="0"/>
              </a:spcAft>
              <a:buClr>
                <a:schemeClr val="lt1"/>
              </a:buClr>
              <a:buSzPts val="1200"/>
              <a:buFont typeface="Lato"/>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ight image">
  <p:cSld name="BLANK_1_1_1_1_1_1_1_1_1_1_1_1_1_1_1_1_2">
    <p:spTree>
      <p:nvGrpSpPr>
        <p:cNvPr id="455" name="Shape 455"/>
        <p:cNvGrpSpPr/>
        <p:nvPr/>
      </p:nvGrpSpPr>
      <p:grpSpPr>
        <a:xfrm>
          <a:off x="0" y="0"/>
          <a:ext cx="0" cy="0"/>
          <a:chOff x="0" y="0"/>
          <a:chExt cx="0" cy="0"/>
        </a:xfrm>
      </p:grpSpPr>
      <p:sp>
        <p:nvSpPr>
          <p:cNvPr id="456" name="Google Shape;456;p62"/>
          <p:cNvSpPr/>
          <p:nvPr>
            <p:ph idx="2" type="pic"/>
          </p:nvPr>
        </p:nvSpPr>
        <p:spPr>
          <a:xfrm>
            <a:off x="6877724" y="0"/>
            <a:ext cx="2266200" cy="3405000"/>
          </a:xfrm>
          <a:prstGeom prst="rect">
            <a:avLst/>
          </a:prstGeom>
          <a:noFill/>
          <a:ln>
            <a:noFill/>
          </a:ln>
        </p:spPr>
      </p:sp>
      <p:sp>
        <p:nvSpPr>
          <p:cNvPr id="457" name="Google Shape;457;p62"/>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458" name="Google Shape;458;p62"/>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459" name="Google Shape;459;p62"/>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
    <p:spTree>
      <p:nvGrpSpPr>
        <p:cNvPr id="460" name="Shape 460"/>
        <p:cNvGrpSpPr/>
        <p:nvPr/>
      </p:nvGrpSpPr>
      <p:grpSpPr>
        <a:xfrm>
          <a:off x="0" y="0"/>
          <a:ext cx="0" cy="0"/>
          <a:chOff x="0" y="0"/>
          <a:chExt cx="0" cy="0"/>
        </a:xfrm>
      </p:grpSpPr>
      <p:sp>
        <p:nvSpPr>
          <p:cNvPr id="461" name="Google Shape;461;p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Lato"/>
                <a:ea typeface="Lato"/>
                <a:cs typeface="Lato"/>
                <a:sym typeface="Lato"/>
              </a:defRPr>
            </a:lvl1pPr>
            <a:lvl2pPr lvl="1">
              <a:buNone/>
              <a:defRPr>
                <a:latin typeface="Lato"/>
                <a:ea typeface="Lato"/>
                <a:cs typeface="Lato"/>
                <a:sym typeface="Lato"/>
              </a:defRPr>
            </a:lvl2pPr>
            <a:lvl3pPr lvl="2">
              <a:buNone/>
              <a:defRPr>
                <a:latin typeface="Lato"/>
                <a:ea typeface="Lato"/>
                <a:cs typeface="Lato"/>
                <a:sym typeface="Lato"/>
              </a:defRPr>
            </a:lvl3pPr>
            <a:lvl4pPr lvl="3">
              <a:buNone/>
              <a:defRPr>
                <a:latin typeface="Lato"/>
                <a:ea typeface="Lato"/>
                <a:cs typeface="Lato"/>
                <a:sym typeface="Lato"/>
              </a:defRPr>
            </a:lvl4pPr>
            <a:lvl5pPr lvl="4">
              <a:buNone/>
              <a:defRPr>
                <a:latin typeface="Lato"/>
                <a:ea typeface="Lato"/>
                <a:cs typeface="Lato"/>
                <a:sym typeface="Lato"/>
              </a:defRPr>
            </a:lvl5pPr>
            <a:lvl6pPr lvl="5">
              <a:buNone/>
              <a:defRPr>
                <a:latin typeface="Lato"/>
                <a:ea typeface="Lato"/>
                <a:cs typeface="Lato"/>
                <a:sym typeface="Lato"/>
              </a:defRPr>
            </a:lvl6pPr>
            <a:lvl7pPr lvl="6">
              <a:buNone/>
              <a:defRPr>
                <a:latin typeface="Lato"/>
                <a:ea typeface="Lato"/>
                <a:cs typeface="Lato"/>
                <a:sym typeface="Lato"/>
              </a:defRPr>
            </a:lvl7pPr>
            <a:lvl8pPr lvl="7">
              <a:buNone/>
              <a:defRPr>
                <a:latin typeface="Lato"/>
                <a:ea typeface="Lato"/>
                <a:cs typeface="Lato"/>
                <a:sym typeface="Lato"/>
              </a:defRPr>
            </a:lvl8pPr>
            <a:lvl9pPr lvl="8">
              <a:buNone/>
              <a:defRPr>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462" name="Google Shape;462;p63"/>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463" name="Google Shape;463;p63"/>
          <p:cNvSpPr txBox="1"/>
          <p:nvPr>
            <p:ph idx="1" type="subTitle"/>
          </p:nvPr>
        </p:nvSpPr>
        <p:spPr>
          <a:xfrm>
            <a:off x="1114250" y="18790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64" name="Google Shape;464;p63"/>
          <p:cNvSpPr txBox="1"/>
          <p:nvPr>
            <p:ph idx="2" type="subTitle"/>
          </p:nvPr>
        </p:nvSpPr>
        <p:spPr>
          <a:xfrm>
            <a:off x="2135350" y="18790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65" name="Google Shape;465;p63"/>
          <p:cNvSpPr txBox="1"/>
          <p:nvPr>
            <p:ph idx="3" type="subTitle"/>
          </p:nvPr>
        </p:nvSpPr>
        <p:spPr>
          <a:xfrm>
            <a:off x="5787475" y="19129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466" name="Google Shape;466;p63"/>
          <p:cNvSpPr txBox="1"/>
          <p:nvPr>
            <p:ph idx="4" type="subTitle"/>
          </p:nvPr>
        </p:nvSpPr>
        <p:spPr>
          <a:xfrm>
            <a:off x="1114250" y="28168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67" name="Google Shape;467;p63"/>
          <p:cNvSpPr txBox="1"/>
          <p:nvPr>
            <p:ph idx="5" type="subTitle"/>
          </p:nvPr>
        </p:nvSpPr>
        <p:spPr>
          <a:xfrm>
            <a:off x="2135350" y="28168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68" name="Google Shape;468;p63"/>
          <p:cNvSpPr txBox="1"/>
          <p:nvPr>
            <p:ph idx="6" type="subTitle"/>
          </p:nvPr>
        </p:nvSpPr>
        <p:spPr>
          <a:xfrm>
            <a:off x="5787475" y="28507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469" name="Google Shape;469;p63"/>
          <p:cNvSpPr txBox="1"/>
          <p:nvPr>
            <p:ph idx="7" type="subTitle"/>
          </p:nvPr>
        </p:nvSpPr>
        <p:spPr>
          <a:xfrm>
            <a:off x="1114250" y="37546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70" name="Google Shape;470;p63"/>
          <p:cNvSpPr txBox="1"/>
          <p:nvPr>
            <p:ph idx="8" type="subTitle"/>
          </p:nvPr>
        </p:nvSpPr>
        <p:spPr>
          <a:xfrm>
            <a:off x="2135350" y="37546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71" name="Google Shape;471;p63"/>
          <p:cNvSpPr txBox="1"/>
          <p:nvPr>
            <p:ph idx="9" type="subTitle"/>
          </p:nvPr>
        </p:nvSpPr>
        <p:spPr>
          <a:xfrm>
            <a:off x="5787475" y="37885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1">
  <p:cSld name="CUSTOM_1">
    <p:spTree>
      <p:nvGrpSpPr>
        <p:cNvPr id="472" name="Shape 472"/>
        <p:cNvGrpSpPr/>
        <p:nvPr/>
      </p:nvGrpSpPr>
      <p:grpSpPr>
        <a:xfrm>
          <a:off x="0" y="0"/>
          <a:ext cx="0" cy="0"/>
          <a:chOff x="0" y="0"/>
          <a:chExt cx="0" cy="0"/>
        </a:xfrm>
      </p:grpSpPr>
      <p:sp>
        <p:nvSpPr>
          <p:cNvPr id="473" name="Google Shape;473;p64"/>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474" name="Google Shape;474;p64"/>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475" name="Google Shape;475;p64"/>
          <p:cNvSpPr txBox="1"/>
          <p:nvPr>
            <p:ph idx="1" type="subTitle"/>
          </p:nvPr>
        </p:nvSpPr>
        <p:spPr>
          <a:xfrm>
            <a:off x="276075" y="1194000"/>
            <a:ext cx="19902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476" name="Google Shape;476;p64"/>
          <p:cNvSpPr txBox="1"/>
          <p:nvPr>
            <p:ph idx="2" type="subTitle"/>
          </p:nvPr>
        </p:nvSpPr>
        <p:spPr>
          <a:xfrm>
            <a:off x="3074775" y="1194000"/>
            <a:ext cx="4164900" cy="226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477" name="Google Shape;477;p64"/>
          <p:cNvSpPr txBox="1"/>
          <p:nvPr>
            <p:ph idx="3" type="body"/>
          </p:nvPr>
        </p:nvSpPr>
        <p:spPr>
          <a:xfrm>
            <a:off x="30747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478" name="Google Shape;478;p64"/>
          <p:cNvSpPr txBox="1"/>
          <p:nvPr>
            <p:ph idx="4" type="subTitle"/>
          </p:nvPr>
        </p:nvSpPr>
        <p:spPr>
          <a:xfrm>
            <a:off x="30747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479" name="Google Shape;479;p64"/>
          <p:cNvSpPr txBox="1"/>
          <p:nvPr>
            <p:ph idx="5" type="body"/>
          </p:nvPr>
        </p:nvSpPr>
        <p:spPr>
          <a:xfrm>
            <a:off x="48828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480" name="Google Shape;480;p64"/>
          <p:cNvSpPr txBox="1"/>
          <p:nvPr>
            <p:ph idx="6" type="subTitle"/>
          </p:nvPr>
        </p:nvSpPr>
        <p:spPr>
          <a:xfrm>
            <a:off x="48828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481" name="Google Shape;481;p64"/>
          <p:cNvSpPr txBox="1"/>
          <p:nvPr>
            <p:ph idx="7" type="body"/>
          </p:nvPr>
        </p:nvSpPr>
        <p:spPr>
          <a:xfrm>
            <a:off x="66909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482" name="Google Shape;482;p64"/>
          <p:cNvSpPr txBox="1"/>
          <p:nvPr>
            <p:ph idx="8" type="subTitle"/>
          </p:nvPr>
        </p:nvSpPr>
        <p:spPr>
          <a:xfrm>
            <a:off x="66909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483" name="Google Shape;483;p64"/>
          <p:cNvSpPr txBox="1"/>
          <p:nvPr>
            <p:ph idx="9"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484" name="Google Shape;484;p64"/>
          <p:cNvSpPr/>
          <p:nvPr>
            <p:ph idx="13" type="pic"/>
          </p:nvPr>
        </p:nvSpPr>
        <p:spPr>
          <a:xfrm>
            <a:off x="-74" y="3991500"/>
            <a:ext cx="2266200" cy="1152000"/>
          </a:xfrm>
          <a:prstGeom prst="rect">
            <a:avLst/>
          </a:prstGeom>
          <a:noFill/>
          <a:ln>
            <a:noFill/>
          </a:ln>
        </p:spPr>
      </p:sp>
      <p:sp>
        <p:nvSpPr>
          <p:cNvPr id="485" name="Google Shape;485;p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2">
  <p:cSld name="CUSTOM_1_1">
    <p:spTree>
      <p:nvGrpSpPr>
        <p:cNvPr id="486" name="Shape 486"/>
        <p:cNvGrpSpPr/>
        <p:nvPr/>
      </p:nvGrpSpPr>
      <p:grpSpPr>
        <a:xfrm>
          <a:off x="0" y="0"/>
          <a:ext cx="0" cy="0"/>
          <a:chOff x="0" y="0"/>
          <a:chExt cx="0" cy="0"/>
        </a:xfrm>
      </p:grpSpPr>
      <p:sp>
        <p:nvSpPr>
          <p:cNvPr id="487" name="Google Shape;487;p65"/>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488" name="Google Shape;488;p65"/>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489" name="Google Shape;489;p65"/>
          <p:cNvSpPr txBox="1"/>
          <p:nvPr>
            <p:ph idx="1" type="subTitle"/>
          </p:nvPr>
        </p:nvSpPr>
        <p:spPr>
          <a:xfrm>
            <a:off x="276075" y="1194000"/>
            <a:ext cx="49926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490" name="Google Shape;490;p65"/>
          <p:cNvSpPr txBox="1"/>
          <p:nvPr>
            <p:ph idx="2"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491" name="Google Shape;491;p65"/>
          <p:cNvSpPr txBox="1"/>
          <p:nvPr>
            <p:ph idx="3"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492" name="Google Shape;492;p65"/>
          <p:cNvSpPr txBox="1"/>
          <p:nvPr>
            <p:ph idx="4" type="body"/>
          </p:nvPr>
        </p:nvSpPr>
        <p:spPr>
          <a:xfrm>
            <a:off x="2760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493" name="Google Shape;493;p65"/>
          <p:cNvSpPr txBox="1"/>
          <p:nvPr>
            <p:ph idx="5" type="subTitle"/>
          </p:nvPr>
        </p:nvSpPr>
        <p:spPr>
          <a:xfrm>
            <a:off x="2760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494" name="Google Shape;494;p65"/>
          <p:cNvSpPr txBox="1"/>
          <p:nvPr>
            <p:ph idx="6" type="body"/>
          </p:nvPr>
        </p:nvSpPr>
        <p:spPr>
          <a:xfrm>
            <a:off x="30747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495" name="Google Shape;495;p65"/>
          <p:cNvSpPr txBox="1"/>
          <p:nvPr>
            <p:ph idx="7" type="subTitle"/>
          </p:nvPr>
        </p:nvSpPr>
        <p:spPr>
          <a:xfrm>
            <a:off x="30747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496" name="Google Shape;496;p65"/>
          <p:cNvSpPr txBox="1"/>
          <p:nvPr>
            <p:ph idx="8" type="body"/>
          </p:nvPr>
        </p:nvSpPr>
        <p:spPr>
          <a:xfrm>
            <a:off x="58734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497" name="Google Shape;497;p65"/>
          <p:cNvSpPr txBox="1"/>
          <p:nvPr>
            <p:ph idx="9" type="subTitle"/>
          </p:nvPr>
        </p:nvSpPr>
        <p:spPr>
          <a:xfrm>
            <a:off x="58734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498" name="Google Shape;498;p65"/>
          <p:cNvSpPr/>
          <p:nvPr>
            <p:ph idx="13" type="pic"/>
          </p:nvPr>
        </p:nvSpPr>
        <p:spPr>
          <a:xfrm>
            <a:off x="276075" y="2076900"/>
            <a:ext cx="2463300" cy="1570200"/>
          </a:xfrm>
          <a:prstGeom prst="rect">
            <a:avLst/>
          </a:prstGeom>
          <a:noFill/>
          <a:ln>
            <a:noFill/>
          </a:ln>
        </p:spPr>
      </p:sp>
      <p:sp>
        <p:nvSpPr>
          <p:cNvPr id="499" name="Google Shape;499;p65"/>
          <p:cNvSpPr/>
          <p:nvPr>
            <p:ph idx="14" type="pic"/>
          </p:nvPr>
        </p:nvSpPr>
        <p:spPr>
          <a:xfrm>
            <a:off x="3074775" y="2076900"/>
            <a:ext cx="2463300" cy="1570200"/>
          </a:xfrm>
          <a:prstGeom prst="rect">
            <a:avLst/>
          </a:prstGeom>
          <a:noFill/>
          <a:ln>
            <a:noFill/>
          </a:ln>
        </p:spPr>
      </p:sp>
      <p:sp>
        <p:nvSpPr>
          <p:cNvPr id="500" name="Google Shape;500;p65"/>
          <p:cNvSpPr/>
          <p:nvPr>
            <p:ph idx="15" type="pic"/>
          </p:nvPr>
        </p:nvSpPr>
        <p:spPr>
          <a:xfrm>
            <a:off x="5873475" y="2073688"/>
            <a:ext cx="2463300" cy="1570200"/>
          </a:xfrm>
          <a:prstGeom prst="rect">
            <a:avLst/>
          </a:prstGeom>
          <a:noFill/>
          <a:ln>
            <a:noFill/>
          </a:ln>
        </p:spPr>
      </p:sp>
      <p:sp>
        <p:nvSpPr>
          <p:cNvPr id="501" name="Google Shape;501;p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3">
  <p:cSld name="CUSTOM_1_1_1">
    <p:spTree>
      <p:nvGrpSpPr>
        <p:cNvPr id="502" name="Shape 502"/>
        <p:cNvGrpSpPr/>
        <p:nvPr/>
      </p:nvGrpSpPr>
      <p:grpSpPr>
        <a:xfrm>
          <a:off x="0" y="0"/>
          <a:ext cx="0" cy="0"/>
          <a:chOff x="0" y="0"/>
          <a:chExt cx="0" cy="0"/>
        </a:xfrm>
      </p:grpSpPr>
      <p:sp>
        <p:nvSpPr>
          <p:cNvPr id="503" name="Google Shape;503;p66"/>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504" name="Google Shape;504;p66"/>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505" name="Google Shape;505;p66"/>
          <p:cNvSpPr txBox="1"/>
          <p:nvPr>
            <p:ph idx="1"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506" name="Google Shape;506;p66"/>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507" name="Google Shape;507;p6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08" name="Shape 508"/>
        <p:cNvGrpSpPr/>
        <p:nvPr/>
      </p:nvGrpSpPr>
      <p:grpSpPr>
        <a:xfrm>
          <a:off x="0" y="0"/>
          <a:ext cx="0" cy="0"/>
          <a:chOff x="0" y="0"/>
          <a:chExt cx="0" cy="0"/>
        </a:xfrm>
      </p:grpSpPr>
      <p:sp>
        <p:nvSpPr>
          <p:cNvPr id="509" name="Google Shape;509;p6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510" name="Google Shape;510;p67"/>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11" name="Google Shape;511;p6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12" name="Shape 512"/>
        <p:cNvGrpSpPr/>
        <p:nvPr/>
      </p:nvGrpSpPr>
      <p:grpSpPr>
        <a:xfrm>
          <a:off x="0" y="0"/>
          <a:ext cx="0" cy="0"/>
          <a:chOff x="0" y="0"/>
          <a:chExt cx="0" cy="0"/>
        </a:xfrm>
      </p:grpSpPr>
      <p:sp>
        <p:nvSpPr>
          <p:cNvPr id="513" name="Google Shape;513;p6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
        <p:nvSpPr>
          <p:cNvPr id="514" name="Google Shape;514;p6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15" name="Shape 515"/>
        <p:cNvGrpSpPr/>
        <p:nvPr/>
      </p:nvGrpSpPr>
      <p:grpSpPr>
        <a:xfrm>
          <a:off x="0" y="0"/>
          <a:ext cx="0" cy="0"/>
          <a:chOff x="0" y="0"/>
          <a:chExt cx="0" cy="0"/>
        </a:xfrm>
      </p:grpSpPr>
      <p:sp>
        <p:nvSpPr>
          <p:cNvPr id="516" name="Google Shape;516;p69"/>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17" name="Google Shape;517;p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8" name="Google Shape;518;p6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19" name="Shape 519"/>
        <p:cNvGrpSpPr/>
        <p:nvPr/>
      </p:nvGrpSpPr>
      <p:grpSpPr>
        <a:xfrm>
          <a:off x="0" y="0"/>
          <a:ext cx="0" cy="0"/>
          <a:chOff x="0" y="0"/>
          <a:chExt cx="0" cy="0"/>
        </a:xfrm>
      </p:grpSpPr>
      <p:sp>
        <p:nvSpPr>
          <p:cNvPr id="520" name="Google Shape;520;p70"/>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21" name="Google Shape;521;p7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2" name="Google Shape;522;p7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3" name="Google Shape;523;p7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24" name="Shape 524"/>
        <p:cNvGrpSpPr/>
        <p:nvPr/>
      </p:nvGrpSpPr>
      <p:grpSpPr>
        <a:xfrm>
          <a:off x="0" y="0"/>
          <a:ext cx="0" cy="0"/>
          <a:chOff x="0" y="0"/>
          <a:chExt cx="0" cy="0"/>
        </a:xfrm>
      </p:grpSpPr>
      <p:sp>
        <p:nvSpPr>
          <p:cNvPr id="525" name="Google Shape;525;p7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26" name="Google Shape;526;p7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27" name="Shape 527"/>
        <p:cNvGrpSpPr/>
        <p:nvPr/>
      </p:nvGrpSpPr>
      <p:grpSpPr>
        <a:xfrm>
          <a:off x="0" y="0"/>
          <a:ext cx="0" cy="0"/>
          <a:chOff x="0" y="0"/>
          <a:chExt cx="0" cy="0"/>
        </a:xfrm>
      </p:grpSpPr>
      <p:sp>
        <p:nvSpPr>
          <p:cNvPr id="528" name="Google Shape;528;p7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529" name="Google Shape;529;p7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30" name="Google Shape;530;p7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31" name="Shape 531"/>
        <p:cNvGrpSpPr/>
        <p:nvPr/>
      </p:nvGrpSpPr>
      <p:grpSpPr>
        <a:xfrm>
          <a:off x="0" y="0"/>
          <a:ext cx="0" cy="0"/>
          <a:chOff x="0" y="0"/>
          <a:chExt cx="0" cy="0"/>
        </a:xfrm>
      </p:grpSpPr>
      <p:sp>
        <p:nvSpPr>
          <p:cNvPr id="532" name="Google Shape;532;p7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
        <p:nvSpPr>
          <p:cNvPr id="533" name="Google Shape;533;p7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34" name="Shape 534"/>
        <p:cNvGrpSpPr/>
        <p:nvPr/>
      </p:nvGrpSpPr>
      <p:grpSpPr>
        <a:xfrm>
          <a:off x="0" y="0"/>
          <a:ext cx="0" cy="0"/>
          <a:chOff x="0" y="0"/>
          <a:chExt cx="0" cy="0"/>
        </a:xfrm>
      </p:grpSpPr>
      <p:sp>
        <p:nvSpPr>
          <p:cNvPr id="535" name="Google Shape;535;p7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536" name="Google Shape;536;p74"/>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37" name="Google Shape;537;p7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38" name="Google Shape;538;p7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39" name="Shape 539"/>
        <p:cNvGrpSpPr/>
        <p:nvPr/>
      </p:nvGrpSpPr>
      <p:grpSpPr>
        <a:xfrm>
          <a:off x="0" y="0"/>
          <a:ext cx="0" cy="0"/>
          <a:chOff x="0" y="0"/>
          <a:chExt cx="0" cy="0"/>
        </a:xfrm>
      </p:grpSpPr>
      <p:sp>
        <p:nvSpPr>
          <p:cNvPr id="540" name="Google Shape;540;p7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200"/>
              <a:buNone/>
              <a:defRPr/>
            </a:lvl1pPr>
          </a:lstStyle>
          <a:p/>
        </p:txBody>
      </p:sp>
      <p:sp>
        <p:nvSpPr>
          <p:cNvPr id="541" name="Google Shape;541;p7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42" name="Shape 542"/>
        <p:cNvGrpSpPr/>
        <p:nvPr/>
      </p:nvGrpSpPr>
      <p:grpSpPr>
        <a:xfrm>
          <a:off x="0" y="0"/>
          <a:ext cx="0" cy="0"/>
          <a:chOff x="0" y="0"/>
          <a:chExt cx="0" cy="0"/>
        </a:xfrm>
      </p:grpSpPr>
      <p:sp>
        <p:nvSpPr>
          <p:cNvPr id="543" name="Google Shape;543;p7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544" name="Google Shape;544;p7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545" name="Google Shape;545;p7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46" name="Shape 546"/>
        <p:cNvGrpSpPr/>
        <p:nvPr/>
      </p:nvGrpSpPr>
      <p:grpSpPr>
        <a:xfrm>
          <a:off x="0" y="0"/>
          <a:ext cx="0" cy="0"/>
          <a:chOff x="0" y="0"/>
          <a:chExt cx="0" cy="0"/>
        </a:xfrm>
      </p:grpSpPr>
      <p:sp>
        <p:nvSpPr>
          <p:cNvPr id="547" name="Google Shape;547;p7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548" name="Shape 548"/>
        <p:cNvGrpSpPr/>
        <p:nvPr/>
      </p:nvGrpSpPr>
      <p:grpSpPr>
        <a:xfrm>
          <a:off x="0" y="0"/>
          <a:ext cx="0" cy="0"/>
          <a:chOff x="0" y="0"/>
          <a:chExt cx="0" cy="0"/>
        </a:xfrm>
      </p:grpSpPr>
      <p:sp>
        <p:nvSpPr>
          <p:cNvPr id="549" name="Google Shape;549;p78"/>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0" name="Google Shape;550;p78"/>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1" name="Google Shape;551;p78"/>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2" name="Google Shape;552;p78"/>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3" name="Google Shape;553;p78"/>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4" name="Google Shape;554;p78"/>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5" name="Google Shape;555;p78"/>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6" name="Google Shape;556;p7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57" name="Shape 557"/>
        <p:cNvGrpSpPr/>
        <p:nvPr/>
      </p:nvGrpSpPr>
      <p:grpSpPr>
        <a:xfrm>
          <a:off x="0" y="0"/>
          <a:ext cx="0" cy="0"/>
          <a:chOff x="0" y="0"/>
          <a:chExt cx="0" cy="0"/>
        </a:xfrm>
      </p:grpSpPr>
      <p:sp>
        <p:nvSpPr>
          <p:cNvPr id="558" name="Google Shape;558;p79"/>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59" name="Google Shape;559;p7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60" name="Google Shape;560;p79"/>
          <p:cNvSpPr/>
          <p:nvPr>
            <p:ph idx="2" type="pic"/>
          </p:nvPr>
        </p:nvSpPr>
        <p:spPr>
          <a:xfrm>
            <a:off x="4992024" y="1152775"/>
            <a:ext cx="3840300" cy="3416400"/>
          </a:xfrm>
          <a:prstGeom prst="rect">
            <a:avLst/>
          </a:prstGeom>
          <a:noFill/>
          <a:ln>
            <a:noFill/>
          </a:ln>
        </p:spPr>
      </p:sp>
      <p:sp>
        <p:nvSpPr>
          <p:cNvPr id="561" name="Google Shape;561;p7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62" name="Shape 562"/>
        <p:cNvGrpSpPr/>
        <p:nvPr/>
      </p:nvGrpSpPr>
      <p:grpSpPr>
        <a:xfrm>
          <a:off x="0" y="0"/>
          <a:ext cx="0" cy="0"/>
          <a:chOff x="0" y="0"/>
          <a:chExt cx="0" cy="0"/>
        </a:xfrm>
      </p:grpSpPr>
      <p:sp>
        <p:nvSpPr>
          <p:cNvPr id="563" name="Google Shape;563;p80"/>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564" name="Google Shape;564;p8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65" name="Google Shape;565;p8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66" name="Google Shape;566;p80"/>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7" name="Google Shape;567;p80"/>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8" name="Google Shape;568;p8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69" name="Shape 569"/>
        <p:cNvGrpSpPr/>
        <p:nvPr/>
      </p:nvGrpSpPr>
      <p:grpSpPr>
        <a:xfrm>
          <a:off x="0" y="0"/>
          <a:ext cx="0" cy="0"/>
          <a:chOff x="0" y="0"/>
          <a:chExt cx="0" cy="0"/>
        </a:xfrm>
      </p:grpSpPr>
      <p:sp>
        <p:nvSpPr>
          <p:cNvPr id="570" name="Google Shape;570;p8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71" name="Google Shape;571;p8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72" name="Google Shape;572;p8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573" name="Google Shape;573;p81"/>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4" name="Google Shape;574;p81"/>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5" name="Google Shape;575;p81"/>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6" name="Google Shape;576;p81"/>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77" name="Google Shape;577;p8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78" name="Shape 578"/>
        <p:cNvGrpSpPr/>
        <p:nvPr/>
      </p:nvGrpSpPr>
      <p:grpSpPr>
        <a:xfrm>
          <a:off x="0" y="0"/>
          <a:ext cx="0" cy="0"/>
          <a:chOff x="0" y="0"/>
          <a:chExt cx="0" cy="0"/>
        </a:xfrm>
      </p:grpSpPr>
      <p:sp>
        <p:nvSpPr>
          <p:cNvPr id="579" name="Google Shape;579;p8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80" name="Google Shape;580;p8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81" name="Google Shape;581;p8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82" name="Google Shape;582;p8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83" name="Google Shape;583;p82"/>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584" name="Google Shape;584;p82"/>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5" name="Google Shape;585;p82"/>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6" name="Google Shape;586;p82"/>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7" name="Google Shape;587;p82"/>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8" name="Google Shape;588;p8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89" name="Shape 589"/>
        <p:cNvGrpSpPr/>
        <p:nvPr/>
      </p:nvGrpSpPr>
      <p:grpSpPr>
        <a:xfrm>
          <a:off x="0" y="0"/>
          <a:ext cx="0" cy="0"/>
          <a:chOff x="0" y="0"/>
          <a:chExt cx="0" cy="0"/>
        </a:xfrm>
      </p:grpSpPr>
      <p:sp>
        <p:nvSpPr>
          <p:cNvPr id="590" name="Google Shape;590;p8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91" name="Google Shape;591;p83"/>
          <p:cNvSpPr/>
          <p:nvPr>
            <p:ph idx="2" type="pic"/>
          </p:nvPr>
        </p:nvSpPr>
        <p:spPr>
          <a:xfrm>
            <a:off x="311700" y="1170425"/>
            <a:ext cx="8520600" cy="3492900"/>
          </a:xfrm>
          <a:prstGeom prst="rect">
            <a:avLst/>
          </a:prstGeom>
          <a:noFill/>
          <a:ln>
            <a:noFill/>
          </a:ln>
        </p:spPr>
      </p:sp>
      <p:sp>
        <p:nvSpPr>
          <p:cNvPr id="592" name="Google Shape;592;p8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93" name="Shape 593"/>
        <p:cNvGrpSpPr/>
        <p:nvPr/>
      </p:nvGrpSpPr>
      <p:grpSpPr>
        <a:xfrm>
          <a:off x="0" y="0"/>
          <a:ext cx="0" cy="0"/>
          <a:chOff x="0" y="0"/>
          <a:chExt cx="0" cy="0"/>
        </a:xfrm>
      </p:grpSpPr>
      <p:sp>
        <p:nvSpPr>
          <p:cNvPr id="594" name="Google Shape;594;p8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95" name="Google Shape;595;p84"/>
          <p:cNvSpPr/>
          <p:nvPr>
            <p:ph idx="2" type="pic"/>
          </p:nvPr>
        </p:nvSpPr>
        <p:spPr>
          <a:xfrm>
            <a:off x="4804825" y="1133300"/>
            <a:ext cx="4027500" cy="2392800"/>
          </a:xfrm>
          <a:prstGeom prst="rect">
            <a:avLst/>
          </a:prstGeom>
          <a:noFill/>
          <a:ln>
            <a:noFill/>
          </a:ln>
        </p:spPr>
      </p:sp>
      <p:sp>
        <p:nvSpPr>
          <p:cNvPr id="596" name="Google Shape;596;p84"/>
          <p:cNvSpPr/>
          <p:nvPr>
            <p:ph idx="3" type="pic"/>
          </p:nvPr>
        </p:nvSpPr>
        <p:spPr>
          <a:xfrm>
            <a:off x="311725" y="1133300"/>
            <a:ext cx="4027500" cy="2392800"/>
          </a:xfrm>
          <a:prstGeom prst="rect">
            <a:avLst/>
          </a:prstGeom>
          <a:noFill/>
          <a:ln>
            <a:noFill/>
          </a:ln>
        </p:spPr>
      </p:sp>
      <p:sp>
        <p:nvSpPr>
          <p:cNvPr id="597" name="Google Shape;597;p8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98" name="Google Shape;598;p8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99" name="Google Shape;599;p84"/>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00" name="Google Shape;600;p84"/>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01" name="Google Shape;601;p8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602" name="Shape 602"/>
        <p:cNvGrpSpPr/>
        <p:nvPr/>
      </p:nvGrpSpPr>
      <p:grpSpPr>
        <a:xfrm>
          <a:off x="0" y="0"/>
          <a:ext cx="0" cy="0"/>
          <a:chOff x="0" y="0"/>
          <a:chExt cx="0" cy="0"/>
        </a:xfrm>
      </p:grpSpPr>
      <p:sp>
        <p:nvSpPr>
          <p:cNvPr id="603" name="Google Shape;603;p8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04" name="Google Shape;604;p85"/>
          <p:cNvSpPr/>
          <p:nvPr>
            <p:ph idx="2" type="pic"/>
          </p:nvPr>
        </p:nvSpPr>
        <p:spPr>
          <a:xfrm>
            <a:off x="6205225" y="1128325"/>
            <a:ext cx="2627100" cy="2273100"/>
          </a:xfrm>
          <a:prstGeom prst="rect">
            <a:avLst/>
          </a:prstGeom>
          <a:noFill/>
          <a:ln>
            <a:noFill/>
          </a:ln>
        </p:spPr>
      </p:sp>
      <p:sp>
        <p:nvSpPr>
          <p:cNvPr id="605" name="Google Shape;605;p85"/>
          <p:cNvSpPr/>
          <p:nvPr>
            <p:ph idx="3" type="pic"/>
          </p:nvPr>
        </p:nvSpPr>
        <p:spPr>
          <a:xfrm>
            <a:off x="311725" y="1128325"/>
            <a:ext cx="2627100" cy="2273100"/>
          </a:xfrm>
          <a:prstGeom prst="rect">
            <a:avLst/>
          </a:prstGeom>
          <a:noFill/>
          <a:ln>
            <a:noFill/>
          </a:ln>
        </p:spPr>
      </p:sp>
      <p:sp>
        <p:nvSpPr>
          <p:cNvPr id="606" name="Google Shape;606;p8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07" name="Google Shape;607;p85"/>
          <p:cNvSpPr/>
          <p:nvPr>
            <p:ph idx="5" type="pic"/>
          </p:nvPr>
        </p:nvSpPr>
        <p:spPr>
          <a:xfrm>
            <a:off x="3255250" y="1128325"/>
            <a:ext cx="2627100" cy="2273100"/>
          </a:xfrm>
          <a:prstGeom prst="rect">
            <a:avLst/>
          </a:prstGeom>
          <a:noFill/>
          <a:ln>
            <a:noFill/>
          </a:ln>
        </p:spPr>
      </p:sp>
      <p:sp>
        <p:nvSpPr>
          <p:cNvPr id="608" name="Google Shape;608;p8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09" name="Google Shape;609;p8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610" name="Google Shape;610;p85"/>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11" name="Google Shape;611;p85"/>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12" name="Google Shape;612;p85"/>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13" name="Google Shape;613;p8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14" name="Shape 614"/>
        <p:cNvGrpSpPr/>
        <p:nvPr/>
      </p:nvGrpSpPr>
      <p:grpSpPr>
        <a:xfrm>
          <a:off x="0" y="0"/>
          <a:ext cx="0" cy="0"/>
          <a:chOff x="0" y="0"/>
          <a:chExt cx="0" cy="0"/>
        </a:xfrm>
      </p:grpSpPr>
      <p:sp>
        <p:nvSpPr>
          <p:cNvPr id="615" name="Google Shape;615;p86"/>
          <p:cNvSpPr/>
          <p:nvPr>
            <p:ph idx="2" type="pic"/>
          </p:nvPr>
        </p:nvSpPr>
        <p:spPr>
          <a:xfrm>
            <a:off x="311700" y="445025"/>
            <a:ext cx="8520600" cy="4218300"/>
          </a:xfrm>
          <a:prstGeom prst="rect">
            <a:avLst/>
          </a:prstGeom>
          <a:noFill/>
          <a:ln>
            <a:noFill/>
          </a:ln>
        </p:spPr>
      </p:sp>
      <p:sp>
        <p:nvSpPr>
          <p:cNvPr id="616" name="Google Shape;616;p8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17" name="Shape 617"/>
        <p:cNvGrpSpPr/>
        <p:nvPr/>
      </p:nvGrpSpPr>
      <p:grpSpPr>
        <a:xfrm>
          <a:off x="0" y="0"/>
          <a:ext cx="0" cy="0"/>
          <a:chOff x="0" y="0"/>
          <a:chExt cx="0" cy="0"/>
        </a:xfrm>
      </p:grpSpPr>
      <p:sp>
        <p:nvSpPr>
          <p:cNvPr id="618" name="Google Shape;618;p87"/>
          <p:cNvSpPr/>
          <p:nvPr>
            <p:ph idx="2" type="pic"/>
          </p:nvPr>
        </p:nvSpPr>
        <p:spPr>
          <a:xfrm>
            <a:off x="3389600" y="118913"/>
            <a:ext cx="1643700" cy="1535100"/>
          </a:xfrm>
          <a:prstGeom prst="rect">
            <a:avLst/>
          </a:prstGeom>
          <a:noFill/>
          <a:ln>
            <a:noFill/>
          </a:ln>
        </p:spPr>
      </p:sp>
      <p:sp>
        <p:nvSpPr>
          <p:cNvPr id="619" name="Google Shape;619;p87"/>
          <p:cNvSpPr/>
          <p:nvPr>
            <p:ph idx="3" type="pic"/>
          </p:nvPr>
        </p:nvSpPr>
        <p:spPr>
          <a:xfrm>
            <a:off x="5195935" y="118913"/>
            <a:ext cx="1643700" cy="1535100"/>
          </a:xfrm>
          <a:prstGeom prst="rect">
            <a:avLst/>
          </a:prstGeom>
          <a:noFill/>
          <a:ln>
            <a:noFill/>
          </a:ln>
        </p:spPr>
      </p:sp>
      <p:sp>
        <p:nvSpPr>
          <p:cNvPr id="620" name="Google Shape;620;p87"/>
          <p:cNvSpPr/>
          <p:nvPr>
            <p:ph idx="4" type="pic"/>
          </p:nvPr>
        </p:nvSpPr>
        <p:spPr>
          <a:xfrm>
            <a:off x="7002270" y="118913"/>
            <a:ext cx="1643700" cy="1535100"/>
          </a:xfrm>
          <a:prstGeom prst="rect">
            <a:avLst/>
          </a:prstGeom>
          <a:noFill/>
          <a:ln>
            <a:noFill/>
          </a:ln>
        </p:spPr>
      </p:sp>
      <p:sp>
        <p:nvSpPr>
          <p:cNvPr id="621" name="Google Shape;621;p87"/>
          <p:cNvSpPr/>
          <p:nvPr>
            <p:ph idx="5" type="pic"/>
          </p:nvPr>
        </p:nvSpPr>
        <p:spPr>
          <a:xfrm>
            <a:off x="3389588" y="1804212"/>
            <a:ext cx="1643700" cy="1535100"/>
          </a:xfrm>
          <a:prstGeom prst="rect">
            <a:avLst/>
          </a:prstGeom>
          <a:noFill/>
          <a:ln>
            <a:noFill/>
          </a:ln>
        </p:spPr>
      </p:sp>
      <p:sp>
        <p:nvSpPr>
          <p:cNvPr id="622" name="Google Shape;622;p87"/>
          <p:cNvSpPr/>
          <p:nvPr>
            <p:ph idx="6" type="pic"/>
          </p:nvPr>
        </p:nvSpPr>
        <p:spPr>
          <a:xfrm>
            <a:off x="5195922" y="1804212"/>
            <a:ext cx="1643700" cy="1535100"/>
          </a:xfrm>
          <a:prstGeom prst="rect">
            <a:avLst/>
          </a:prstGeom>
          <a:noFill/>
          <a:ln>
            <a:noFill/>
          </a:ln>
        </p:spPr>
      </p:sp>
      <p:sp>
        <p:nvSpPr>
          <p:cNvPr id="623" name="Google Shape;623;p87"/>
          <p:cNvSpPr/>
          <p:nvPr>
            <p:ph idx="7" type="pic"/>
          </p:nvPr>
        </p:nvSpPr>
        <p:spPr>
          <a:xfrm>
            <a:off x="7002257" y="1804212"/>
            <a:ext cx="1643700" cy="1535100"/>
          </a:xfrm>
          <a:prstGeom prst="rect">
            <a:avLst/>
          </a:prstGeom>
          <a:noFill/>
          <a:ln>
            <a:noFill/>
          </a:ln>
        </p:spPr>
      </p:sp>
      <p:sp>
        <p:nvSpPr>
          <p:cNvPr id="624" name="Google Shape;624;p87"/>
          <p:cNvSpPr txBox="1"/>
          <p:nvPr>
            <p:ph type="title"/>
          </p:nvPr>
        </p:nvSpPr>
        <p:spPr>
          <a:xfrm>
            <a:off x="351550" y="445025"/>
            <a:ext cx="2596800" cy="1706400"/>
          </a:xfrm>
          <a:prstGeom prst="rect">
            <a:avLst/>
          </a:prstGeom>
          <a:noFill/>
          <a:ln>
            <a:noFill/>
          </a:ln>
        </p:spPr>
        <p:txBody>
          <a:bodyPr anchorCtr="0" anchor="ctr"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625" name="Google Shape;625;p87"/>
          <p:cNvSpPr/>
          <p:nvPr>
            <p:ph idx="8" type="pic"/>
          </p:nvPr>
        </p:nvSpPr>
        <p:spPr>
          <a:xfrm>
            <a:off x="3389588" y="3489487"/>
            <a:ext cx="1643700" cy="1535100"/>
          </a:xfrm>
          <a:prstGeom prst="rect">
            <a:avLst/>
          </a:prstGeom>
          <a:noFill/>
          <a:ln>
            <a:noFill/>
          </a:ln>
        </p:spPr>
      </p:sp>
      <p:sp>
        <p:nvSpPr>
          <p:cNvPr id="626" name="Google Shape;626;p87"/>
          <p:cNvSpPr/>
          <p:nvPr>
            <p:ph idx="9" type="pic"/>
          </p:nvPr>
        </p:nvSpPr>
        <p:spPr>
          <a:xfrm>
            <a:off x="5195922" y="3489487"/>
            <a:ext cx="1643700" cy="1535100"/>
          </a:xfrm>
          <a:prstGeom prst="rect">
            <a:avLst/>
          </a:prstGeom>
          <a:noFill/>
          <a:ln>
            <a:noFill/>
          </a:ln>
        </p:spPr>
      </p:sp>
      <p:sp>
        <p:nvSpPr>
          <p:cNvPr id="627" name="Google Shape;627;p87"/>
          <p:cNvSpPr/>
          <p:nvPr>
            <p:ph idx="13" type="pic"/>
          </p:nvPr>
        </p:nvSpPr>
        <p:spPr>
          <a:xfrm>
            <a:off x="7002257" y="3489487"/>
            <a:ext cx="1643700" cy="1535100"/>
          </a:xfrm>
          <a:prstGeom prst="rect">
            <a:avLst/>
          </a:prstGeom>
          <a:noFill/>
          <a:ln>
            <a:noFill/>
          </a:ln>
        </p:spPr>
      </p:sp>
      <p:sp>
        <p:nvSpPr>
          <p:cNvPr id="628" name="Google Shape;628;p8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38" Type="http://schemas.openxmlformats.org/officeDocument/2006/relationships/theme" Target="../theme/theme2.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8.xml"/><Relationship Id="rId22" Type="http://schemas.openxmlformats.org/officeDocument/2006/relationships/slideLayout" Target="../slideLayouts/slideLayout70.xml"/><Relationship Id="rId21" Type="http://schemas.openxmlformats.org/officeDocument/2006/relationships/slideLayout" Target="../slideLayouts/slideLayout69.xml"/><Relationship Id="rId24" Type="http://schemas.openxmlformats.org/officeDocument/2006/relationships/slideLayout" Target="../slideLayouts/slideLayout72.xml"/><Relationship Id="rId23" Type="http://schemas.openxmlformats.org/officeDocument/2006/relationships/slideLayout" Target="../slideLayouts/slideLayout71.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26" Type="http://schemas.openxmlformats.org/officeDocument/2006/relationships/slideLayout" Target="../slideLayouts/slideLayout74.xml"/><Relationship Id="rId25" Type="http://schemas.openxmlformats.org/officeDocument/2006/relationships/slideLayout" Target="../slideLayouts/slideLayout73.xml"/><Relationship Id="rId28" Type="http://schemas.openxmlformats.org/officeDocument/2006/relationships/slideLayout" Target="../slideLayouts/slideLayout76.xml"/><Relationship Id="rId27" Type="http://schemas.openxmlformats.org/officeDocument/2006/relationships/slideLayout" Target="../slideLayouts/slideLayout75.xml"/><Relationship Id="rId5" Type="http://schemas.openxmlformats.org/officeDocument/2006/relationships/slideLayout" Target="../slideLayouts/slideLayout53.xml"/><Relationship Id="rId6" Type="http://schemas.openxmlformats.org/officeDocument/2006/relationships/slideLayout" Target="../slideLayouts/slideLayout54.xml"/><Relationship Id="rId29" Type="http://schemas.openxmlformats.org/officeDocument/2006/relationships/slideLayout" Target="../slideLayouts/slideLayout77.xml"/><Relationship Id="rId7" Type="http://schemas.openxmlformats.org/officeDocument/2006/relationships/slideLayout" Target="../slideLayouts/slideLayout55.xml"/><Relationship Id="rId8" Type="http://schemas.openxmlformats.org/officeDocument/2006/relationships/slideLayout" Target="../slideLayouts/slideLayout56.xml"/><Relationship Id="rId31" Type="http://schemas.openxmlformats.org/officeDocument/2006/relationships/slideLayout" Target="../slideLayouts/slideLayout79.xml"/><Relationship Id="rId30" Type="http://schemas.openxmlformats.org/officeDocument/2006/relationships/slideLayout" Target="../slideLayouts/slideLayout78.xml"/><Relationship Id="rId11" Type="http://schemas.openxmlformats.org/officeDocument/2006/relationships/slideLayout" Target="../slideLayouts/slideLayout59.xml"/><Relationship Id="rId33" Type="http://schemas.openxmlformats.org/officeDocument/2006/relationships/slideLayout" Target="../slideLayouts/slideLayout81.xml"/><Relationship Id="rId10" Type="http://schemas.openxmlformats.org/officeDocument/2006/relationships/slideLayout" Target="../slideLayouts/slideLayout58.xml"/><Relationship Id="rId32" Type="http://schemas.openxmlformats.org/officeDocument/2006/relationships/slideLayout" Target="../slideLayouts/slideLayout80.xml"/><Relationship Id="rId13" Type="http://schemas.openxmlformats.org/officeDocument/2006/relationships/slideLayout" Target="../slideLayouts/slideLayout61.xml"/><Relationship Id="rId35" Type="http://schemas.openxmlformats.org/officeDocument/2006/relationships/slideLayout" Target="../slideLayouts/slideLayout83.xml"/><Relationship Id="rId12" Type="http://schemas.openxmlformats.org/officeDocument/2006/relationships/slideLayout" Target="../slideLayouts/slideLayout60.xml"/><Relationship Id="rId34" Type="http://schemas.openxmlformats.org/officeDocument/2006/relationships/slideLayout" Target="../slideLayouts/slideLayout82.xml"/><Relationship Id="rId15" Type="http://schemas.openxmlformats.org/officeDocument/2006/relationships/slideLayout" Target="../slideLayouts/slideLayout63.xml"/><Relationship Id="rId37" Type="http://schemas.openxmlformats.org/officeDocument/2006/relationships/theme" Target="../theme/theme1.xml"/><Relationship Id="rId14" Type="http://schemas.openxmlformats.org/officeDocument/2006/relationships/slideLayout" Target="../slideLayouts/slideLayout62.xml"/><Relationship Id="rId36" Type="http://schemas.openxmlformats.org/officeDocument/2006/relationships/slideLayout" Target="../slideLayouts/slideLayout84.xml"/><Relationship Id="rId17" Type="http://schemas.openxmlformats.org/officeDocument/2006/relationships/slideLayout" Target="../slideLayouts/slideLayout65.xml"/><Relationship Id="rId16" Type="http://schemas.openxmlformats.org/officeDocument/2006/relationships/slideLayout" Target="../slideLayouts/slideLayout64.xml"/><Relationship Id="rId19" Type="http://schemas.openxmlformats.org/officeDocument/2006/relationships/slideLayout" Target="../slideLayouts/slideLayout67.xml"/><Relationship Id="rId18"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83950" y="3166425"/>
            <a:ext cx="6424800" cy="1517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1pPr>
            <a:lvl2pPr indent="-304800" lvl="1" marL="914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2pPr>
            <a:lvl3pPr indent="-304800" lvl="2" marL="1371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3pPr>
            <a:lvl4pPr indent="-304800" lvl="3" marL="1828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4pPr>
            <a:lvl5pPr indent="-304800" lvl="4" marL="22860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5pPr>
            <a:lvl6pPr indent="-304800" lvl="5" marL="2743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6pPr>
            <a:lvl7pPr indent="-304800" lvl="6" marL="3200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7pPr>
            <a:lvl8pPr indent="-304800" lvl="7" marL="3657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8pPr>
            <a:lvl9pPr indent="-304800" lvl="8" marL="4114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9pPr>
          </a:lstStyle>
          <a:p/>
        </p:txBody>
      </p:sp>
      <p:sp>
        <p:nvSpPr>
          <p:cNvPr id="52" name="Google Shape;52;p13"/>
          <p:cNvSpPr txBox="1"/>
          <p:nvPr>
            <p:ph type="title"/>
          </p:nvPr>
        </p:nvSpPr>
        <p:spPr>
          <a:xfrm>
            <a:off x="278750" y="513900"/>
            <a:ext cx="5802000" cy="11448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None/>
              <a:defRPr sz="6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lt1"/>
                </a:solidFill>
                <a:latin typeface="Lato"/>
                <a:ea typeface="Lato"/>
                <a:cs typeface="Lato"/>
                <a:sym typeface="Lato"/>
              </a:defRPr>
            </a:lvl1pPr>
            <a:lvl2pPr lvl="1" algn="r">
              <a:buNone/>
              <a:defRPr sz="1300">
                <a:solidFill>
                  <a:schemeClr val="lt1"/>
                </a:solidFill>
                <a:latin typeface="Lato"/>
                <a:ea typeface="Lato"/>
                <a:cs typeface="Lato"/>
                <a:sym typeface="Lato"/>
              </a:defRPr>
            </a:lvl2pPr>
            <a:lvl3pPr lvl="2" algn="r">
              <a:buNone/>
              <a:defRPr sz="1300">
                <a:solidFill>
                  <a:schemeClr val="lt1"/>
                </a:solidFill>
                <a:latin typeface="Lato"/>
                <a:ea typeface="Lato"/>
                <a:cs typeface="Lato"/>
                <a:sym typeface="Lato"/>
              </a:defRPr>
            </a:lvl3pPr>
            <a:lvl4pPr lvl="3" algn="r">
              <a:buNone/>
              <a:defRPr sz="1300">
                <a:solidFill>
                  <a:schemeClr val="lt1"/>
                </a:solidFill>
                <a:latin typeface="Lato"/>
                <a:ea typeface="Lato"/>
                <a:cs typeface="Lato"/>
                <a:sym typeface="Lato"/>
              </a:defRPr>
            </a:lvl4pPr>
            <a:lvl5pPr lvl="4" algn="r">
              <a:buNone/>
              <a:defRPr sz="1300">
                <a:solidFill>
                  <a:schemeClr val="lt1"/>
                </a:solidFill>
                <a:latin typeface="Lato"/>
                <a:ea typeface="Lato"/>
                <a:cs typeface="Lato"/>
                <a:sym typeface="Lato"/>
              </a:defRPr>
            </a:lvl5pPr>
            <a:lvl6pPr lvl="5" algn="r">
              <a:buNone/>
              <a:defRPr sz="1300">
                <a:solidFill>
                  <a:schemeClr val="lt1"/>
                </a:solidFill>
                <a:latin typeface="Lato"/>
                <a:ea typeface="Lato"/>
                <a:cs typeface="Lato"/>
                <a:sym typeface="Lato"/>
              </a:defRPr>
            </a:lvl6pPr>
            <a:lvl7pPr lvl="6" algn="r">
              <a:buNone/>
              <a:defRPr sz="1300">
                <a:solidFill>
                  <a:schemeClr val="lt1"/>
                </a:solidFill>
                <a:latin typeface="Lato"/>
                <a:ea typeface="Lato"/>
                <a:cs typeface="Lato"/>
                <a:sym typeface="Lato"/>
              </a:defRPr>
            </a:lvl7pPr>
            <a:lvl8pPr lvl="7" algn="r">
              <a:buNone/>
              <a:defRPr sz="1300">
                <a:solidFill>
                  <a:schemeClr val="lt1"/>
                </a:solidFill>
                <a:latin typeface="Lato"/>
                <a:ea typeface="Lato"/>
                <a:cs typeface="Lato"/>
                <a:sym typeface="Lato"/>
              </a:defRPr>
            </a:lvl8pPr>
            <a:lvl9pPr lvl="8" algn="r">
              <a:buNone/>
              <a:defRPr sz="13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Lst>
  <mc:AlternateContent>
    <mc:Choice Requires="p14">
      <p:transition spd="med">
        <p14:prism dir="l"/>
      </p:transition>
    </mc:Choice>
    <mc:Fallback>
      <p:transition spd="med">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guide id="21" pos="174">
          <p15:clr>
            <a:srgbClr val="E46962"/>
          </p15:clr>
        </p15:guide>
        <p15:guide id="22" pos="5588">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340" name="Shape 340"/>
        <p:cNvGrpSpPr/>
        <p:nvPr/>
      </p:nvGrpSpPr>
      <p:grpSpPr>
        <a:xfrm>
          <a:off x="0" y="0"/>
          <a:ext cx="0" cy="0"/>
          <a:chOff x="0" y="0"/>
          <a:chExt cx="0" cy="0"/>
        </a:xfrm>
      </p:grpSpPr>
      <p:sp>
        <p:nvSpPr>
          <p:cNvPr id="341" name="Google Shape;341;p51"/>
          <p:cNvSpPr txBox="1"/>
          <p:nvPr>
            <p:ph idx="1" type="body"/>
          </p:nvPr>
        </p:nvSpPr>
        <p:spPr>
          <a:xfrm>
            <a:off x="283950" y="3166425"/>
            <a:ext cx="6424800" cy="1517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1pPr>
            <a:lvl2pPr indent="-304800" lvl="1" marL="914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2pPr>
            <a:lvl3pPr indent="-304800" lvl="2" marL="1371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3pPr>
            <a:lvl4pPr indent="-304800" lvl="3" marL="1828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4pPr>
            <a:lvl5pPr indent="-304800" lvl="4" marL="22860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5pPr>
            <a:lvl6pPr indent="-304800" lvl="5" marL="2743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6pPr>
            <a:lvl7pPr indent="-304800" lvl="6" marL="3200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7pPr>
            <a:lvl8pPr indent="-304800" lvl="7" marL="3657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8pPr>
            <a:lvl9pPr indent="-304800" lvl="8" marL="4114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9pPr>
          </a:lstStyle>
          <a:p/>
        </p:txBody>
      </p:sp>
      <p:sp>
        <p:nvSpPr>
          <p:cNvPr id="342" name="Google Shape;342;p51"/>
          <p:cNvSpPr txBox="1"/>
          <p:nvPr>
            <p:ph type="title"/>
          </p:nvPr>
        </p:nvSpPr>
        <p:spPr>
          <a:xfrm>
            <a:off x="278750" y="513900"/>
            <a:ext cx="5802000" cy="11448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None/>
              <a:defRPr sz="6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9pPr>
          </a:lstStyle>
          <a:p/>
        </p:txBody>
      </p:sp>
      <p:sp>
        <p:nvSpPr>
          <p:cNvPr id="343" name="Google Shape;343;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lt1"/>
                </a:solidFill>
                <a:latin typeface="Lato"/>
                <a:ea typeface="Lato"/>
                <a:cs typeface="Lato"/>
                <a:sym typeface="Lato"/>
              </a:defRPr>
            </a:lvl1pPr>
            <a:lvl2pPr lvl="1" algn="r">
              <a:buNone/>
              <a:defRPr sz="1300">
                <a:solidFill>
                  <a:schemeClr val="lt1"/>
                </a:solidFill>
                <a:latin typeface="Lato"/>
                <a:ea typeface="Lato"/>
                <a:cs typeface="Lato"/>
                <a:sym typeface="Lato"/>
              </a:defRPr>
            </a:lvl2pPr>
            <a:lvl3pPr lvl="2" algn="r">
              <a:buNone/>
              <a:defRPr sz="1300">
                <a:solidFill>
                  <a:schemeClr val="lt1"/>
                </a:solidFill>
                <a:latin typeface="Lato"/>
                <a:ea typeface="Lato"/>
                <a:cs typeface="Lato"/>
                <a:sym typeface="Lato"/>
              </a:defRPr>
            </a:lvl3pPr>
            <a:lvl4pPr lvl="3" algn="r">
              <a:buNone/>
              <a:defRPr sz="1300">
                <a:solidFill>
                  <a:schemeClr val="lt1"/>
                </a:solidFill>
                <a:latin typeface="Lato"/>
                <a:ea typeface="Lato"/>
                <a:cs typeface="Lato"/>
                <a:sym typeface="Lato"/>
              </a:defRPr>
            </a:lvl4pPr>
            <a:lvl5pPr lvl="4" algn="r">
              <a:buNone/>
              <a:defRPr sz="1300">
                <a:solidFill>
                  <a:schemeClr val="lt1"/>
                </a:solidFill>
                <a:latin typeface="Lato"/>
                <a:ea typeface="Lato"/>
                <a:cs typeface="Lato"/>
                <a:sym typeface="Lato"/>
              </a:defRPr>
            </a:lvl5pPr>
            <a:lvl6pPr lvl="5" algn="r">
              <a:buNone/>
              <a:defRPr sz="1300">
                <a:solidFill>
                  <a:schemeClr val="lt1"/>
                </a:solidFill>
                <a:latin typeface="Lato"/>
                <a:ea typeface="Lato"/>
                <a:cs typeface="Lato"/>
                <a:sym typeface="Lato"/>
              </a:defRPr>
            </a:lvl6pPr>
            <a:lvl7pPr lvl="6" algn="r">
              <a:buNone/>
              <a:defRPr sz="1300">
                <a:solidFill>
                  <a:schemeClr val="lt1"/>
                </a:solidFill>
                <a:latin typeface="Lato"/>
                <a:ea typeface="Lato"/>
                <a:cs typeface="Lato"/>
                <a:sym typeface="Lato"/>
              </a:defRPr>
            </a:lvl7pPr>
            <a:lvl8pPr lvl="7" algn="r">
              <a:buNone/>
              <a:defRPr sz="1300">
                <a:solidFill>
                  <a:schemeClr val="lt1"/>
                </a:solidFill>
                <a:latin typeface="Lato"/>
                <a:ea typeface="Lato"/>
                <a:cs typeface="Lato"/>
                <a:sym typeface="Lato"/>
              </a:defRPr>
            </a:lvl8pPr>
            <a:lvl9pPr lvl="8" algn="r">
              <a:buNone/>
              <a:defRPr sz="13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30" r:id="rId35"/>
    <p:sldLayoutId id="2147483731" r:id="rId3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guide id="21" pos="174">
          <p15:clr>
            <a:srgbClr val="E46962"/>
          </p15:clr>
        </p15:guide>
        <p15:guide id="22" pos="55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6.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cxnSp>
        <p:nvCxnSpPr>
          <p:cNvPr id="633" name="Google Shape;633;p88"/>
          <p:cNvCxnSpPr/>
          <p:nvPr/>
        </p:nvCxnSpPr>
        <p:spPr>
          <a:xfrm rot="10800000">
            <a:off x="291450" y="4540475"/>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634" name="Google Shape;634;p88"/>
          <p:cNvCxnSpPr/>
          <p:nvPr/>
        </p:nvCxnSpPr>
        <p:spPr>
          <a:xfrm rot="10800000">
            <a:off x="750" y="361488"/>
            <a:ext cx="9102000" cy="0"/>
          </a:xfrm>
          <a:prstGeom prst="straightConnector1">
            <a:avLst/>
          </a:prstGeom>
          <a:noFill/>
          <a:ln cap="flat" cmpd="sng" w="9525">
            <a:solidFill>
              <a:schemeClr val="lt2"/>
            </a:solidFill>
            <a:prstDash val="solid"/>
            <a:round/>
            <a:headEnd len="med" w="med" type="none"/>
            <a:tailEnd len="med" w="med" type="none"/>
          </a:ln>
        </p:spPr>
      </p:cxnSp>
      <p:cxnSp>
        <p:nvCxnSpPr>
          <p:cNvPr id="635" name="Google Shape;635;p88"/>
          <p:cNvCxnSpPr/>
          <p:nvPr/>
        </p:nvCxnSpPr>
        <p:spPr>
          <a:xfrm rot="10800000">
            <a:off x="283800" y="3604625"/>
            <a:ext cx="6425100" cy="0"/>
          </a:xfrm>
          <a:prstGeom prst="straightConnector1">
            <a:avLst/>
          </a:prstGeom>
          <a:noFill/>
          <a:ln cap="flat" cmpd="sng" w="9525">
            <a:solidFill>
              <a:schemeClr val="lt2"/>
            </a:solidFill>
            <a:prstDash val="solid"/>
            <a:round/>
            <a:headEnd len="med" w="med" type="none"/>
            <a:tailEnd len="med" w="med" type="none"/>
          </a:ln>
        </p:spPr>
      </p:cxnSp>
      <p:pic>
        <p:nvPicPr>
          <p:cNvPr descr="An architectural detail of a modern building." id="636" name="Google Shape;636;p88"/>
          <p:cNvPicPr preferRelativeResize="0"/>
          <p:nvPr>
            <p:ph idx="2" type="pic"/>
          </p:nvPr>
        </p:nvPicPr>
        <p:blipFill rotWithShape="1">
          <a:blip r:embed="rId3">
            <a:alphaModFix/>
          </a:blip>
          <a:srcRect b="0" l="61985" r="8587" t="0"/>
          <a:stretch/>
        </p:blipFill>
        <p:spPr>
          <a:xfrm>
            <a:off x="6877050" y="0"/>
            <a:ext cx="2271002" cy="5143501"/>
          </a:xfrm>
          <a:prstGeom prst="rect">
            <a:avLst/>
          </a:prstGeom>
          <a:noFill/>
          <a:ln>
            <a:noFill/>
          </a:ln>
        </p:spPr>
      </p:pic>
      <p:sp>
        <p:nvSpPr>
          <p:cNvPr id="637" name="Google Shape;637;p88"/>
          <p:cNvSpPr txBox="1"/>
          <p:nvPr>
            <p:ph idx="4294967295" type="title"/>
          </p:nvPr>
        </p:nvSpPr>
        <p:spPr>
          <a:xfrm>
            <a:off x="278750" y="513900"/>
            <a:ext cx="5802000" cy="2616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5000"/>
              <a:t>Improving Customer Retention Through Predictive Machine Learning</a:t>
            </a:r>
            <a:endParaRPr sz="5000"/>
          </a:p>
        </p:txBody>
      </p:sp>
      <p:sp>
        <p:nvSpPr>
          <p:cNvPr id="638" name="Google Shape;638;p88"/>
          <p:cNvSpPr txBox="1"/>
          <p:nvPr>
            <p:ph idx="4294967295" type="subTitle"/>
          </p:nvPr>
        </p:nvSpPr>
        <p:spPr>
          <a:xfrm>
            <a:off x="291450" y="3747875"/>
            <a:ext cx="6425100" cy="7926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latin typeface="Playfair Display"/>
                <a:ea typeface="Playfair Display"/>
                <a:cs typeface="Playfair Display"/>
                <a:sym typeface="Playfair Display"/>
              </a:rPr>
              <a:t>By: Israel Alcocer, Samuel A. Escobar, Jose Gabriel Lopez-Reyes, Kyle Mitchell, Angel Rosales</a:t>
            </a:r>
            <a:endParaRPr>
              <a:latin typeface="Playfair Display"/>
              <a:ea typeface="Playfair Display"/>
              <a:cs typeface="Playfair Display"/>
              <a:sym typeface="Playfair Display"/>
            </a:endParaRPr>
          </a:p>
        </p:txBody>
      </p:sp>
      <p:sp>
        <p:nvSpPr>
          <p:cNvPr id="639" name="Google Shape;639;p88"/>
          <p:cNvSpPr txBox="1"/>
          <p:nvPr>
            <p:ph idx="4294967295"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med">
        <p14:prism dir="l"/>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89"/>
          <p:cNvSpPr txBox="1"/>
          <p:nvPr>
            <p:ph type="title"/>
          </p:nvPr>
        </p:nvSpPr>
        <p:spPr>
          <a:xfrm>
            <a:off x="637125" y="393750"/>
            <a:ext cx="3217200" cy="148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Presentation</a:t>
            </a:r>
            <a:endParaRPr/>
          </a:p>
          <a:p>
            <a:pPr indent="0" lvl="0" marL="0" rtl="0" algn="l">
              <a:spcBef>
                <a:spcPts val="0"/>
              </a:spcBef>
              <a:spcAft>
                <a:spcPts val="0"/>
              </a:spcAft>
              <a:buNone/>
            </a:pPr>
            <a:r>
              <a:rPr lang="en"/>
              <a:t>Overview</a:t>
            </a:r>
            <a:endParaRPr/>
          </a:p>
        </p:txBody>
      </p:sp>
      <p:sp>
        <p:nvSpPr>
          <p:cNvPr id="645" name="Google Shape;645;p89"/>
          <p:cNvSpPr txBox="1"/>
          <p:nvPr>
            <p:ph idx="1" type="subTitle"/>
          </p:nvPr>
        </p:nvSpPr>
        <p:spPr>
          <a:xfrm>
            <a:off x="4460625" y="393738"/>
            <a:ext cx="4409700" cy="542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Business understanding</a:t>
            </a:r>
            <a:endParaRPr/>
          </a:p>
        </p:txBody>
      </p:sp>
      <p:sp>
        <p:nvSpPr>
          <p:cNvPr id="646" name="Google Shape;646;p89"/>
          <p:cNvSpPr txBox="1"/>
          <p:nvPr>
            <p:ph idx="2" type="subTitle"/>
          </p:nvPr>
        </p:nvSpPr>
        <p:spPr>
          <a:xfrm>
            <a:off x="4460625" y="1151693"/>
            <a:ext cx="4409700" cy="542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Data understanding</a:t>
            </a:r>
            <a:endParaRPr/>
          </a:p>
        </p:txBody>
      </p:sp>
      <p:sp>
        <p:nvSpPr>
          <p:cNvPr id="647" name="Google Shape;647;p89"/>
          <p:cNvSpPr txBox="1"/>
          <p:nvPr>
            <p:ph idx="3" type="subTitle"/>
          </p:nvPr>
        </p:nvSpPr>
        <p:spPr>
          <a:xfrm>
            <a:off x="4460625" y="3425557"/>
            <a:ext cx="4409700" cy="542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Evaluation</a:t>
            </a:r>
            <a:endParaRPr/>
          </a:p>
        </p:txBody>
      </p:sp>
      <p:sp>
        <p:nvSpPr>
          <p:cNvPr id="648" name="Google Shape;648;p89"/>
          <p:cNvSpPr txBox="1"/>
          <p:nvPr>
            <p:ph idx="4" type="subTitle"/>
          </p:nvPr>
        </p:nvSpPr>
        <p:spPr>
          <a:xfrm>
            <a:off x="4460625" y="1909648"/>
            <a:ext cx="4409700" cy="542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Data </a:t>
            </a:r>
            <a:r>
              <a:rPr lang="en"/>
              <a:t>preparation</a:t>
            </a:r>
            <a:r>
              <a:rPr lang="en"/>
              <a:t> </a:t>
            </a:r>
            <a:endParaRPr/>
          </a:p>
        </p:txBody>
      </p:sp>
      <p:sp>
        <p:nvSpPr>
          <p:cNvPr id="649" name="Google Shape;649;p89"/>
          <p:cNvSpPr txBox="1"/>
          <p:nvPr>
            <p:ph idx="6" type="subTitle"/>
          </p:nvPr>
        </p:nvSpPr>
        <p:spPr>
          <a:xfrm>
            <a:off x="4460625" y="2667603"/>
            <a:ext cx="4409700" cy="542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Data modeling</a:t>
            </a:r>
            <a:endParaRPr/>
          </a:p>
        </p:txBody>
      </p:sp>
      <p:sp>
        <p:nvSpPr>
          <p:cNvPr id="650" name="Google Shape;650;p8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51" name="Google Shape;651;p89"/>
          <p:cNvPicPr preferRelativeResize="0"/>
          <p:nvPr/>
        </p:nvPicPr>
        <p:blipFill rotWithShape="1">
          <a:blip r:embed="rId3">
            <a:alphaModFix/>
          </a:blip>
          <a:srcRect b="0" l="-3100" r="3100" t="0"/>
          <a:stretch/>
        </p:blipFill>
        <p:spPr>
          <a:xfrm>
            <a:off x="603425" y="1763475"/>
            <a:ext cx="3093475" cy="2960850"/>
          </a:xfrm>
          <a:prstGeom prst="rect">
            <a:avLst/>
          </a:prstGeom>
          <a:noFill/>
          <a:ln>
            <a:noFill/>
          </a:ln>
        </p:spPr>
      </p:pic>
      <p:sp>
        <p:nvSpPr>
          <p:cNvPr id="652" name="Google Shape;652;p89"/>
          <p:cNvSpPr txBox="1"/>
          <p:nvPr>
            <p:ph idx="3" type="subTitle"/>
          </p:nvPr>
        </p:nvSpPr>
        <p:spPr>
          <a:xfrm>
            <a:off x="4460625" y="4087708"/>
            <a:ext cx="4409700" cy="542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Experiences and future work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90"/>
          <p:cNvSpPr txBox="1"/>
          <p:nvPr>
            <p:ph type="title"/>
          </p:nvPr>
        </p:nvSpPr>
        <p:spPr>
          <a:xfrm>
            <a:off x="285000" y="263250"/>
            <a:ext cx="8462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Project Background and Objective</a:t>
            </a:r>
            <a:endParaRPr/>
          </a:p>
        </p:txBody>
      </p:sp>
      <p:sp>
        <p:nvSpPr>
          <p:cNvPr id="658" name="Google Shape;658;p90"/>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659" name="Google Shape;659;p90"/>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660" name="Google Shape;660;p90"/>
          <p:cNvCxnSpPr/>
          <p:nvPr/>
        </p:nvCxnSpPr>
        <p:spPr>
          <a:xfrm rot="10800000">
            <a:off x="285000" y="4815950"/>
            <a:ext cx="8574000" cy="0"/>
          </a:xfrm>
          <a:prstGeom prst="straightConnector1">
            <a:avLst/>
          </a:prstGeom>
          <a:noFill/>
          <a:ln cap="flat" cmpd="sng" w="9525">
            <a:solidFill>
              <a:schemeClr val="lt2"/>
            </a:solidFill>
            <a:prstDash val="solid"/>
            <a:round/>
            <a:headEnd len="med" w="med" type="none"/>
            <a:tailEnd len="med" w="med" type="none"/>
          </a:ln>
        </p:spPr>
      </p:cxnSp>
      <p:sp>
        <p:nvSpPr>
          <p:cNvPr id="661" name="Google Shape;661;p90"/>
          <p:cNvSpPr txBox="1"/>
          <p:nvPr/>
        </p:nvSpPr>
        <p:spPr>
          <a:xfrm>
            <a:off x="344050" y="1001775"/>
            <a:ext cx="8514900" cy="1409400"/>
          </a:xfrm>
          <a:prstGeom prst="rect">
            <a:avLst/>
          </a:prstGeom>
          <a:noFill/>
          <a:ln>
            <a:noFill/>
          </a:ln>
        </p:spPr>
        <p:txBody>
          <a:bodyPr anchorCtr="0" anchor="t" bIns="91425" lIns="91425" spcFirstLastPara="1" rIns="91425" wrap="square" tIns="91425">
            <a:noAutofit/>
          </a:bodyPr>
          <a:lstStyle/>
          <a:p>
            <a:pPr indent="0" lvl="0" marL="457200" rtl="0" algn="l">
              <a:lnSpc>
                <a:spcPct val="200000"/>
              </a:lnSpc>
              <a:spcBef>
                <a:spcPts val="1200"/>
              </a:spcBef>
              <a:spcAft>
                <a:spcPts val="1200"/>
              </a:spcAft>
              <a:buNone/>
            </a:pPr>
            <a:r>
              <a:rPr b="1" i="1" lang="en" sz="1500"/>
              <a:t>Our group project’s main goal was to predict which customers are likely to churn before the company loses them, allowing the company to use retention strategies such as special offers, improved support, or plan changes to keep them.</a:t>
            </a:r>
            <a:endParaRPr b="1" i="1" sz="1800">
              <a:latin typeface="Times New Roman"/>
              <a:ea typeface="Times New Roman"/>
              <a:cs typeface="Times New Roman"/>
              <a:sym typeface="Times New Roman"/>
            </a:endParaRPr>
          </a:p>
        </p:txBody>
      </p:sp>
      <p:sp>
        <p:nvSpPr>
          <p:cNvPr id="662" name="Google Shape;662;p90"/>
          <p:cNvSpPr txBox="1"/>
          <p:nvPr/>
        </p:nvSpPr>
        <p:spPr>
          <a:xfrm>
            <a:off x="243750" y="3010069"/>
            <a:ext cx="8656500" cy="923400"/>
          </a:xfrm>
          <a:prstGeom prst="rect">
            <a:avLst/>
          </a:prstGeom>
          <a:noFill/>
          <a:ln>
            <a:noFill/>
          </a:ln>
        </p:spPr>
        <p:txBody>
          <a:bodyPr anchorCtr="0" anchor="t" bIns="91425" lIns="91425" spcFirstLastPara="1" rIns="91425" wrap="square" tIns="91425">
            <a:spAutoFit/>
          </a:bodyPr>
          <a:lstStyle/>
          <a:p>
            <a:pPr indent="-330200" lvl="0" marL="457200" rtl="0" algn="l">
              <a:lnSpc>
                <a:spcPct val="200000"/>
              </a:lnSpc>
              <a:spcBef>
                <a:spcPts val="1200"/>
              </a:spcBef>
              <a:spcAft>
                <a:spcPts val="0"/>
              </a:spcAft>
              <a:buSzPts val="1600"/>
              <a:buFont typeface="Times New Roman"/>
              <a:buChar char="-"/>
            </a:pPr>
            <a:r>
              <a:rPr lang="en" sz="1600">
                <a:latin typeface="Times New Roman"/>
                <a:ea typeface="Times New Roman"/>
                <a:cs typeface="Times New Roman"/>
                <a:sym typeface="Times New Roman"/>
              </a:rPr>
              <a:t>Telecom customers use phone, internet, streaming, billing, and support services.</a:t>
            </a:r>
            <a:endParaRPr b="1" sz="1600" u="sng">
              <a:latin typeface="Times New Roman"/>
              <a:ea typeface="Times New Roman"/>
              <a:cs typeface="Times New Roman"/>
              <a:sym typeface="Times New Roman"/>
            </a:endParaRPr>
          </a:p>
          <a:p>
            <a:pPr indent="-330200" lvl="0" marL="457200" rtl="0" algn="l">
              <a:lnSpc>
                <a:spcPct val="200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Churn creates recurring revenue loss, so early risk detection supports retention.</a:t>
            </a:r>
            <a:endParaRPr sz="16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91"/>
          <p:cNvSpPr txBox="1"/>
          <p:nvPr>
            <p:ph type="title"/>
          </p:nvPr>
        </p:nvSpPr>
        <p:spPr>
          <a:xfrm>
            <a:off x="285000" y="26325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Progress Timeline</a:t>
            </a:r>
            <a:endParaRPr/>
          </a:p>
        </p:txBody>
      </p:sp>
      <p:sp>
        <p:nvSpPr>
          <p:cNvPr id="668" name="Google Shape;668;p91"/>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669" name="Google Shape;669;p91"/>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670" name="Google Shape;670;p91"/>
          <p:cNvCxnSpPr/>
          <p:nvPr/>
        </p:nvCxnSpPr>
        <p:spPr>
          <a:xfrm rot="10800000">
            <a:off x="285000" y="4815950"/>
            <a:ext cx="8574000" cy="0"/>
          </a:xfrm>
          <a:prstGeom prst="straightConnector1">
            <a:avLst/>
          </a:prstGeom>
          <a:noFill/>
          <a:ln cap="flat" cmpd="sng" w="9525">
            <a:solidFill>
              <a:schemeClr val="lt2"/>
            </a:solidFill>
            <a:prstDash val="solid"/>
            <a:round/>
            <a:headEnd len="med" w="med" type="none"/>
            <a:tailEnd len="med" w="med" type="none"/>
          </a:ln>
        </p:spPr>
      </p:cxnSp>
      <p:graphicFrame>
        <p:nvGraphicFramePr>
          <p:cNvPr id="671" name="Google Shape;671;p91"/>
          <p:cNvGraphicFramePr/>
          <p:nvPr/>
        </p:nvGraphicFramePr>
        <p:xfrm>
          <a:off x="952500" y="1047750"/>
          <a:ext cx="3000000" cy="3000000"/>
        </p:xfrm>
        <a:graphic>
          <a:graphicData uri="http://schemas.openxmlformats.org/drawingml/2006/table">
            <a:tbl>
              <a:tblPr>
                <a:noFill/>
                <a:tableStyleId>{07E930C4-D6D5-4BA5-8D0E-A51F1857BB57}</a:tableStyleId>
              </a:tblPr>
              <a:tblGrid>
                <a:gridCol w="1085125"/>
                <a:gridCol w="6153875"/>
              </a:tblGrid>
              <a:tr h="358825">
                <a:tc>
                  <a:txBody>
                    <a:bodyPr/>
                    <a:lstStyle/>
                    <a:p>
                      <a:pPr indent="0" lvl="0" marL="0" rtl="0" algn="l">
                        <a:spcBef>
                          <a:spcPts val="0"/>
                        </a:spcBef>
                        <a:spcAft>
                          <a:spcPts val="0"/>
                        </a:spcAft>
                        <a:buNone/>
                      </a:pPr>
                      <a:r>
                        <a:rPr b="1" lang="en" sz="1000" u="sng"/>
                        <a:t>Week #</a:t>
                      </a:r>
                      <a:endParaRPr b="1" sz="1000" u="sng"/>
                    </a:p>
                  </a:txBody>
                  <a:tcPr marT="91425" marB="91425" marR="91425" marL="91425"/>
                </a:tc>
                <a:tc>
                  <a:txBody>
                    <a:bodyPr/>
                    <a:lstStyle/>
                    <a:p>
                      <a:pPr indent="0" lvl="0" marL="0" rtl="0" algn="l">
                        <a:spcBef>
                          <a:spcPts val="0"/>
                        </a:spcBef>
                        <a:spcAft>
                          <a:spcPts val="0"/>
                        </a:spcAft>
                        <a:buNone/>
                      </a:pPr>
                      <a:r>
                        <a:rPr b="1" lang="en" sz="1000" u="sng"/>
                        <a:t>Progress Made</a:t>
                      </a:r>
                      <a:endParaRPr b="1" sz="1000" u="sng"/>
                    </a:p>
                  </a:txBody>
                  <a:tcPr marT="91425" marB="91425" marR="91425" marL="91425"/>
                </a:tc>
              </a:tr>
              <a:tr h="448525">
                <a:tc>
                  <a:txBody>
                    <a:bodyPr/>
                    <a:lstStyle/>
                    <a:p>
                      <a:pPr indent="0" lvl="0" marL="0" rtl="0" algn="l">
                        <a:spcBef>
                          <a:spcPts val="0"/>
                        </a:spcBef>
                        <a:spcAft>
                          <a:spcPts val="0"/>
                        </a:spcAft>
                        <a:buNone/>
                      </a:pPr>
                      <a:r>
                        <a:rPr lang="en" sz="1000"/>
                        <a:t>Week 1</a:t>
                      </a:r>
                      <a:endParaRPr sz="1000"/>
                    </a:p>
                  </a:txBody>
                  <a:tcPr marT="91425" marB="91425" marR="91425" marL="91425"/>
                </a:tc>
                <a:tc>
                  <a:txBody>
                    <a:bodyPr/>
                    <a:lstStyle/>
                    <a:p>
                      <a:pPr indent="0" lvl="0" marL="0" rtl="0" algn="l">
                        <a:spcBef>
                          <a:spcPts val="0"/>
                        </a:spcBef>
                        <a:spcAft>
                          <a:spcPts val="0"/>
                        </a:spcAft>
                        <a:buNone/>
                      </a:pPr>
                      <a:r>
                        <a:rPr lang="en" sz="900"/>
                        <a:t>- </a:t>
                      </a:r>
                      <a:r>
                        <a:rPr lang="en" sz="900"/>
                        <a:t>Defined business objectives and machine </a:t>
                      </a:r>
                      <a:r>
                        <a:rPr lang="en" sz="900"/>
                        <a:t>learning</a:t>
                      </a:r>
                      <a:r>
                        <a:rPr lang="en" sz="900"/>
                        <a:t> goals.</a:t>
                      </a:r>
                      <a:endParaRPr sz="900"/>
                    </a:p>
                    <a:p>
                      <a:pPr indent="0" lvl="0" marL="0" rtl="0" algn="l">
                        <a:spcBef>
                          <a:spcPts val="0"/>
                        </a:spcBef>
                        <a:spcAft>
                          <a:spcPts val="0"/>
                        </a:spcAft>
                        <a:buNone/>
                      </a:pPr>
                      <a:r>
                        <a:rPr lang="en" sz="900"/>
                        <a:t>- Identified project requirements, risks, and constraints.</a:t>
                      </a:r>
                      <a:endParaRPr sz="900"/>
                    </a:p>
                  </a:txBody>
                  <a:tcPr marT="91425" marB="91425" marR="91425" marL="91425"/>
                </a:tc>
              </a:tr>
              <a:tr h="448525">
                <a:tc>
                  <a:txBody>
                    <a:bodyPr/>
                    <a:lstStyle/>
                    <a:p>
                      <a:pPr indent="0" lvl="0" marL="0" rtl="0" algn="l">
                        <a:spcBef>
                          <a:spcPts val="0"/>
                        </a:spcBef>
                        <a:spcAft>
                          <a:spcPts val="0"/>
                        </a:spcAft>
                        <a:buNone/>
                      </a:pPr>
                      <a:r>
                        <a:rPr lang="en" sz="1000"/>
                        <a:t>Week 2</a:t>
                      </a:r>
                      <a:endParaRPr sz="1000"/>
                    </a:p>
                  </a:txBody>
                  <a:tcPr marT="91425" marB="91425" marR="91425" marL="91425"/>
                </a:tc>
                <a:tc>
                  <a:txBody>
                    <a:bodyPr/>
                    <a:lstStyle/>
                    <a:p>
                      <a:pPr indent="0" lvl="0" marL="0" rtl="0" algn="l">
                        <a:spcBef>
                          <a:spcPts val="0"/>
                        </a:spcBef>
                        <a:spcAft>
                          <a:spcPts val="0"/>
                        </a:spcAft>
                        <a:buNone/>
                      </a:pPr>
                      <a:r>
                        <a:rPr lang="en" sz="900"/>
                        <a:t>- Inspected the dataset thoroughly and produced a Data Analysis Report</a:t>
                      </a:r>
                      <a:endParaRPr sz="900"/>
                    </a:p>
                    <a:p>
                      <a:pPr indent="0" lvl="0" marL="0" rtl="0" algn="l">
                        <a:spcBef>
                          <a:spcPts val="0"/>
                        </a:spcBef>
                        <a:spcAft>
                          <a:spcPts val="0"/>
                        </a:spcAft>
                        <a:buNone/>
                      </a:pPr>
                      <a:r>
                        <a:rPr lang="en" sz="900"/>
                        <a:t>- Identified missing values, outliers, and class imbalance</a:t>
                      </a:r>
                      <a:endParaRPr sz="900"/>
                    </a:p>
                  </a:txBody>
                  <a:tcPr marT="91425" marB="91425" marR="91425" marL="91425"/>
                </a:tc>
              </a:tr>
              <a:tr h="448525">
                <a:tc>
                  <a:txBody>
                    <a:bodyPr/>
                    <a:lstStyle/>
                    <a:p>
                      <a:pPr indent="0" lvl="0" marL="0" rtl="0" algn="l">
                        <a:spcBef>
                          <a:spcPts val="0"/>
                        </a:spcBef>
                        <a:spcAft>
                          <a:spcPts val="0"/>
                        </a:spcAft>
                        <a:buNone/>
                      </a:pPr>
                      <a:r>
                        <a:rPr lang="en" sz="1000"/>
                        <a:t>Week 3</a:t>
                      </a:r>
                      <a:endParaRPr sz="1000"/>
                    </a:p>
                  </a:txBody>
                  <a:tcPr marT="91425" marB="91425" marR="91425" marL="91425"/>
                </a:tc>
                <a:tc>
                  <a:txBody>
                    <a:bodyPr/>
                    <a:lstStyle/>
                    <a:p>
                      <a:pPr indent="0" lvl="0" marL="0" rtl="0" algn="l">
                        <a:spcBef>
                          <a:spcPts val="0"/>
                        </a:spcBef>
                        <a:spcAft>
                          <a:spcPts val="0"/>
                        </a:spcAft>
                        <a:buNone/>
                      </a:pPr>
                      <a:r>
                        <a:rPr lang="en" sz="900"/>
                        <a:t>- Began preprocessing, handling missing values, converting categorical and numerical features, normalizing numerical features and other feature engineering steps</a:t>
                      </a:r>
                      <a:endParaRPr sz="900"/>
                    </a:p>
                  </a:txBody>
                  <a:tcPr marT="91425" marB="91425" marR="91425" marL="91425"/>
                </a:tc>
              </a:tr>
              <a:tr h="448525">
                <a:tc>
                  <a:txBody>
                    <a:bodyPr/>
                    <a:lstStyle/>
                    <a:p>
                      <a:pPr indent="0" lvl="0" marL="0" rtl="0" algn="l">
                        <a:spcBef>
                          <a:spcPts val="0"/>
                        </a:spcBef>
                        <a:spcAft>
                          <a:spcPts val="0"/>
                        </a:spcAft>
                        <a:buNone/>
                      </a:pPr>
                      <a:r>
                        <a:rPr lang="en" sz="1000"/>
                        <a:t>Week 4</a:t>
                      </a:r>
                      <a:endParaRPr sz="1000"/>
                    </a:p>
                  </a:txBody>
                  <a:tcPr marT="91425" marB="91425" marR="91425" marL="91425"/>
                </a:tc>
                <a:tc>
                  <a:txBody>
                    <a:bodyPr/>
                    <a:lstStyle/>
                    <a:p>
                      <a:pPr indent="0" lvl="0" marL="0" rtl="0" algn="l">
                        <a:spcBef>
                          <a:spcPts val="0"/>
                        </a:spcBef>
                        <a:spcAft>
                          <a:spcPts val="0"/>
                        </a:spcAft>
                        <a:buNone/>
                      </a:pPr>
                      <a:r>
                        <a:rPr lang="en" sz="900"/>
                        <a:t>- Split dataset into training and test set and implemented machine learning models to be used</a:t>
                      </a:r>
                      <a:endParaRPr sz="900"/>
                    </a:p>
                    <a:p>
                      <a:pPr indent="0" lvl="0" marL="0" rtl="0" algn="l">
                        <a:spcBef>
                          <a:spcPts val="0"/>
                        </a:spcBef>
                        <a:spcAft>
                          <a:spcPts val="0"/>
                        </a:spcAft>
                        <a:buNone/>
                      </a:pPr>
                      <a:r>
                        <a:rPr lang="en" sz="900"/>
                        <a:t>- Addressed class imbalance by using SMOTE on training sets supplied to models</a:t>
                      </a:r>
                      <a:endParaRPr sz="900"/>
                    </a:p>
                  </a:txBody>
                  <a:tcPr marT="91425" marB="91425" marR="91425" marL="91425"/>
                </a:tc>
              </a:tr>
              <a:tr h="443350">
                <a:tc>
                  <a:txBody>
                    <a:bodyPr/>
                    <a:lstStyle/>
                    <a:p>
                      <a:pPr indent="0" lvl="0" marL="0" rtl="0" algn="l">
                        <a:spcBef>
                          <a:spcPts val="0"/>
                        </a:spcBef>
                        <a:spcAft>
                          <a:spcPts val="0"/>
                        </a:spcAft>
                        <a:buNone/>
                      </a:pPr>
                      <a:r>
                        <a:rPr lang="en" sz="1000"/>
                        <a:t>Week 5</a:t>
                      </a:r>
                      <a:endParaRPr sz="1000"/>
                    </a:p>
                  </a:txBody>
                  <a:tcPr marT="91425" marB="91425" marR="91425" marL="91425"/>
                </a:tc>
                <a:tc>
                  <a:txBody>
                    <a:bodyPr/>
                    <a:lstStyle/>
                    <a:p>
                      <a:pPr indent="0" lvl="0" marL="0" rtl="0" algn="l">
                        <a:spcBef>
                          <a:spcPts val="0"/>
                        </a:spcBef>
                        <a:spcAft>
                          <a:spcPts val="0"/>
                        </a:spcAft>
                        <a:buNone/>
                      </a:pPr>
                      <a:r>
                        <a:rPr lang="en" sz="900"/>
                        <a:t>- Trained models using cleaned and balanced datasets, then tested models</a:t>
                      </a:r>
                      <a:endParaRPr sz="900"/>
                    </a:p>
                    <a:p>
                      <a:pPr indent="0" lvl="0" marL="0" rtl="0" algn="l">
                        <a:spcBef>
                          <a:spcPts val="0"/>
                        </a:spcBef>
                        <a:spcAft>
                          <a:spcPts val="0"/>
                        </a:spcAft>
                        <a:buNone/>
                      </a:pPr>
                      <a:r>
                        <a:rPr lang="en" sz="900"/>
                        <a:t>- Recorded performance using multiple evaluation metrics</a:t>
                      </a:r>
                      <a:endParaRPr sz="900"/>
                    </a:p>
                  </a:txBody>
                  <a:tcPr marT="91425" marB="91425" marR="91425" marL="91425"/>
                </a:tc>
              </a:tr>
              <a:tr h="448525">
                <a:tc>
                  <a:txBody>
                    <a:bodyPr/>
                    <a:lstStyle/>
                    <a:p>
                      <a:pPr indent="0" lvl="0" marL="0" rtl="0" algn="l">
                        <a:spcBef>
                          <a:spcPts val="0"/>
                        </a:spcBef>
                        <a:spcAft>
                          <a:spcPts val="0"/>
                        </a:spcAft>
                        <a:buNone/>
                      </a:pPr>
                      <a:r>
                        <a:rPr lang="en" sz="1000"/>
                        <a:t>Week 6</a:t>
                      </a:r>
                      <a:endParaRPr sz="1000"/>
                    </a:p>
                  </a:txBody>
                  <a:tcPr marT="91425" marB="91425" marR="91425" marL="91425"/>
                </a:tc>
                <a:tc>
                  <a:txBody>
                    <a:bodyPr/>
                    <a:lstStyle/>
                    <a:p>
                      <a:pPr indent="0" lvl="0" marL="0" rtl="0" algn="l">
                        <a:spcBef>
                          <a:spcPts val="0"/>
                        </a:spcBef>
                        <a:spcAft>
                          <a:spcPts val="0"/>
                        </a:spcAft>
                        <a:buNone/>
                      </a:pPr>
                      <a:r>
                        <a:rPr lang="en" sz="900"/>
                        <a:t>- Compared the models performance</a:t>
                      </a:r>
                      <a:endParaRPr sz="900"/>
                    </a:p>
                    <a:p>
                      <a:pPr indent="0" lvl="0" marL="0" rtl="0" algn="l">
                        <a:spcBef>
                          <a:spcPts val="0"/>
                        </a:spcBef>
                        <a:spcAft>
                          <a:spcPts val="0"/>
                        </a:spcAft>
                        <a:buNone/>
                      </a:pPr>
                      <a:r>
                        <a:rPr lang="en" sz="900"/>
                        <a:t>- Chose the model with the best performance to be deployed </a:t>
                      </a:r>
                      <a:endParaRPr sz="900"/>
                    </a:p>
                  </a:txBody>
                  <a:tcPr marT="91425" marB="91425" marR="91425" marL="91425"/>
                </a:tc>
              </a:tr>
              <a:tr h="448525">
                <a:tc>
                  <a:txBody>
                    <a:bodyPr/>
                    <a:lstStyle/>
                    <a:p>
                      <a:pPr indent="0" lvl="0" marL="0" rtl="0" algn="l">
                        <a:spcBef>
                          <a:spcPts val="0"/>
                        </a:spcBef>
                        <a:spcAft>
                          <a:spcPts val="0"/>
                        </a:spcAft>
                        <a:buNone/>
                      </a:pPr>
                      <a:r>
                        <a:rPr lang="en" sz="1000"/>
                        <a:t>Week 7</a:t>
                      </a:r>
                      <a:endParaRPr sz="1000"/>
                    </a:p>
                  </a:txBody>
                  <a:tcPr marT="91425" marB="91425" marR="91425" marL="91425"/>
                </a:tc>
                <a:tc>
                  <a:txBody>
                    <a:bodyPr/>
                    <a:lstStyle/>
                    <a:p>
                      <a:pPr indent="0" lvl="0" marL="0" rtl="0" algn="l">
                        <a:spcBef>
                          <a:spcPts val="0"/>
                        </a:spcBef>
                        <a:spcAft>
                          <a:spcPts val="0"/>
                        </a:spcAft>
                        <a:buNone/>
                      </a:pPr>
                      <a:r>
                        <a:rPr lang="en" sz="900"/>
                        <a:t>- Wrote Final Report on the project and it’s progress</a:t>
                      </a:r>
                      <a:endParaRPr sz="900"/>
                    </a:p>
                    <a:p>
                      <a:pPr indent="0" lvl="0" marL="0" rtl="0" algn="l">
                        <a:spcBef>
                          <a:spcPts val="0"/>
                        </a:spcBef>
                        <a:spcAft>
                          <a:spcPts val="0"/>
                        </a:spcAft>
                        <a:buNone/>
                      </a:pPr>
                      <a:r>
                        <a:rPr lang="en" sz="900"/>
                        <a:t>- Created slides depicting the final version of the project and how it performed</a:t>
                      </a:r>
                      <a:endParaRPr sz="900"/>
                    </a:p>
                  </a:txBody>
                  <a:tcPr marT="91425" marB="91425" marR="91425" marL="91425"/>
                </a:tc>
              </a:tr>
            </a:tbl>
          </a:graphicData>
        </a:graphic>
      </p:graphicFrame>
    </p:spTree>
  </p:cSld>
  <p:clrMapOvr>
    <a:masterClrMapping/>
  </p:clrMapOvr>
  <mc:AlternateContent>
    <mc:Choice Requires="p14">
      <p:transition spd="med">
        <p14:prism dir="l"/>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92"/>
          <p:cNvSpPr txBox="1"/>
          <p:nvPr>
            <p:ph type="title"/>
          </p:nvPr>
        </p:nvSpPr>
        <p:spPr>
          <a:xfrm>
            <a:off x="285000" y="26325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Technologies and Dataset Used</a:t>
            </a:r>
            <a:endParaRPr/>
          </a:p>
        </p:txBody>
      </p:sp>
      <p:sp>
        <p:nvSpPr>
          <p:cNvPr id="677" name="Google Shape;677;p92"/>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678" name="Google Shape;678;p92"/>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679" name="Google Shape;679;p92"/>
          <p:cNvCxnSpPr/>
          <p:nvPr/>
        </p:nvCxnSpPr>
        <p:spPr>
          <a:xfrm rot="10800000">
            <a:off x="285000" y="4815950"/>
            <a:ext cx="8574000" cy="0"/>
          </a:xfrm>
          <a:prstGeom prst="straightConnector1">
            <a:avLst/>
          </a:prstGeom>
          <a:noFill/>
          <a:ln cap="flat" cmpd="sng" w="9525">
            <a:solidFill>
              <a:schemeClr val="lt2"/>
            </a:solidFill>
            <a:prstDash val="solid"/>
            <a:round/>
            <a:headEnd len="med" w="med" type="none"/>
            <a:tailEnd len="med" w="med" type="none"/>
          </a:ln>
        </p:spPr>
      </p:cxnSp>
      <p:sp>
        <p:nvSpPr>
          <p:cNvPr id="680" name="Google Shape;680;p92"/>
          <p:cNvSpPr txBox="1"/>
          <p:nvPr/>
        </p:nvSpPr>
        <p:spPr>
          <a:xfrm>
            <a:off x="344050" y="1001775"/>
            <a:ext cx="8514900" cy="25398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1200"/>
              </a:spcBef>
              <a:spcAft>
                <a:spcPts val="1200"/>
              </a:spcAft>
              <a:buNone/>
            </a:pPr>
            <a:r>
              <a:rPr lang="en" sz="1700">
                <a:latin typeface="Times New Roman"/>
                <a:ea typeface="Times New Roman"/>
                <a:cs typeface="Times New Roman"/>
                <a:sym typeface="Times New Roman"/>
              </a:rPr>
              <a:t>The group has worked on this over the </a:t>
            </a:r>
            <a:r>
              <a:rPr lang="en" sz="1700">
                <a:latin typeface="Times New Roman"/>
                <a:ea typeface="Times New Roman"/>
                <a:cs typeface="Times New Roman"/>
                <a:sym typeface="Times New Roman"/>
              </a:rPr>
              <a:t>past</a:t>
            </a:r>
            <a:r>
              <a:rPr lang="en" sz="1700">
                <a:latin typeface="Times New Roman"/>
                <a:ea typeface="Times New Roman"/>
                <a:cs typeface="Times New Roman"/>
                <a:sym typeface="Times New Roman"/>
              </a:rPr>
              <a:t> few months attempting to predict the users who were most likely to drop the service. We gathered our dataset from the kaggle repository labeled Telco Customer Churn. It contains 7032 samples and 21 features. The dataset is reasonable enough to be accomplished on a personal device, but we used Google Colab for everyone in the group to edit and modify the content.</a:t>
            </a:r>
            <a:endParaRPr sz="17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93"/>
          <p:cNvSpPr txBox="1"/>
          <p:nvPr>
            <p:ph type="title"/>
          </p:nvPr>
        </p:nvSpPr>
        <p:spPr>
          <a:xfrm>
            <a:off x="285000" y="26325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About the Dataset Used</a:t>
            </a:r>
            <a:endParaRPr/>
          </a:p>
        </p:txBody>
      </p:sp>
      <p:sp>
        <p:nvSpPr>
          <p:cNvPr id="686" name="Google Shape;686;p93"/>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687" name="Google Shape;687;p93"/>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688" name="Google Shape;688;p93"/>
          <p:cNvCxnSpPr/>
          <p:nvPr/>
        </p:nvCxnSpPr>
        <p:spPr>
          <a:xfrm rot="10800000">
            <a:off x="285000" y="4815950"/>
            <a:ext cx="8574000" cy="0"/>
          </a:xfrm>
          <a:prstGeom prst="straightConnector1">
            <a:avLst/>
          </a:prstGeom>
          <a:noFill/>
          <a:ln cap="flat" cmpd="sng" w="9525">
            <a:solidFill>
              <a:schemeClr val="lt2"/>
            </a:solidFill>
            <a:prstDash val="solid"/>
            <a:round/>
            <a:headEnd len="med" w="med" type="none"/>
            <a:tailEnd len="med" w="med" type="none"/>
          </a:ln>
        </p:spPr>
      </p:cxnSp>
      <p:sp>
        <p:nvSpPr>
          <p:cNvPr id="689" name="Google Shape;689;p93"/>
          <p:cNvSpPr txBox="1"/>
          <p:nvPr/>
        </p:nvSpPr>
        <p:spPr>
          <a:xfrm>
            <a:off x="344050" y="1001775"/>
            <a:ext cx="8514900" cy="25398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1200"/>
              </a:spcBef>
              <a:spcAft>
                <a:spcPts val="1200"/>
              </a:spcAft>
              <a:buNone/>
            </a:pPr>
            <a:r>
              <a:rPr lang="en" sz="1700">
                <a:latin typeface="Times New Roman"/>
                <a:ea typeface="Times New Roman"/>
                <a:cs typeface="Times New Roman"/>
                <a:sym typeface="Times New Roman"/>
              </a:rPr>
              <a:t>The features contain </a:t>
            </a:r>
            <a:r>
              <a:rPr lang="en" sz="1700">
                <a:latin typeface="Times New Roman"/>
                <a:ea typeface="Times New Roman"/>
                <a:cs typeface="Times New Roman"/>
                <a:sym typeface="Times New Roman"/>
              </a:rPr>
              <a:t>information</a:t>
            </a:r>
            <a:r>
              <a:rPr lang="en" sz="1700">
                <a:latin typeface="Times New Roman"/>
                <a:ea typeface="Times New Roman"/>
                <a:cs typeface="Times New Roman"/>
                <a:sym typeface="Times New Roman"/>
              </a:rPr>
              <a:t> about the user such as gender, age, family, information about the service they have been given, and the </a:t>
            </a:r>
            <a:r>
              <a:rPr lang="en" sz="1700">
                <a:latin typeface="Times New Roman"/>
                <a:ea typeface="Times New Roman"/>
                <a:cs typeface="Times New Roman"/>
                <a:sym typeface="Times New Roman"/>
              </a:rPr>
              <a:t>financial</a:t>
            </a:r>
            <a:r>
              <a:rPr lang="en" sz="1700">
                <a:latin typeface="Times New Roman"/>
                <a:ea typeface="Times New Roman"/>
                <a:cs typeface="Times New Roman"/>
                <a:sym typeface="Times New Roman"/>
              </a:rPr>
              <a:t> cost they paid. The dataset was released 8 years ago and hasn’t </a:t>
            </a:r>
            <a:r>
              <a:rPr lang="en" sz="1700">
                <a:latin typeface="Times New Roman"/>
                <a:ea typeface="Times New Roman"/>
                <a:cs typeface="Times New Roman"/>
                <a:sym typeface="Times New Roman"/>
              </a:rPr>
              <a:t>received</a:t>
            </a:r>
            <a:r>
              <a:rPr lang="en" sz="1700">
                <a:latin typeface="Times New Roman"/>
                <a:ea typeface="Times New Roman"/>
                <a:cs typeface="Times New Roman"/>
                <a:sym typeface="Times New Roman"/>
              </a:rPr>
              <a:t> any update since then, so there </a:t>
            </a:r>
            <a:r>
              <a:rPr lang="en" sz="1700">
                <a:latin typeface="Times New Roman"/>
                <a:ea typeface="Times New Roman"/>
                <a:cs typeface="Times New Roman"/>
                <a:sym typeface="Times New Roman"/>
              </a:rPr>
              <a:t>could</a:t>
            </a:r>
            <a:r>
              <a:rPr lang="en" sz="1700">
                <a:latin typeface="Times New Roman"/>
                <a:ea typeface="Times New Roman"/>
                <a:cs typeface="Times New Roman"/>
                <a:sym typeface="Times New Roman"/>
              </a:rPr>
              <a:t> be issues with the dataset regarding the times and users habits. Since the information hasn’t </a:t>
            </a:r>
            <a:r>
              <a:rPr lang="en" sz="1700">
                <a:latin typeface="Times New Roman"/>
                <a:ea typeface="Times New Roman"/>
                <a:cs typeface="Times New Roman"/>
                <a:sym typeface="Times New Roman"/>
              </a:rPr>
              <a:t>received</a:t>
            </a:r>
            <a:r>
              <a:rPr lang="en" sz="1700">
                <a:latin typeface="Times New Roman"/>
                <a:ea typeface="Times New Roman"/>
                <a:cs typeface="Times New Roman"/>
                <a:sym typeface="Times New Roman"/>
              </a:rPr>
              <a:t> any update in some time, we had to clean the data to ensure that the model predictions were as accurate as can be.</a:t>
            </a:r>
            <a:endParaRPr sz="17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94"/>
          <p:cNvSpPr txBox="1"/>
          <p:nvPr>
            <p:ph type="title"/>
          </p:nvPr>
        </p:nvSpPr>
        <p:spPr>
          <a:xfrm>
            <a:off x="285000" y="26325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System Structure </a:t>
            </a:r>
            <a:endParaRPr/>
          </a:p>
        </p:txBody>
      </p:sp>
      <p:sp>
        <p:nvSpPr>
          <p:cNvPr id="695" name="Google Shape;695;p94"/>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696" name="Google Shape;696;p94"/>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697" name="Google Shape;697;p94"/>
          <p:cNvCxnSpPr/>
          <p:nvPr/>
        </p:nvCxnSpPr>
        <p:spPr>
          <a:xfrm rot="10800000">
            <a:off x="285000" y="4815950"/>
            <a:ext cx="8574000" cy="0"/>
          </a:xfrm>
          <a:prstGeom prst="straightConnector1">
            <a:avLst/>
          </a:prstGeom>
          <a:noFill/>
          <a:ln cap="flat" cmpd="sng" w="9525">
            <a:solidFill>
              <a:schemeClr val="lt2"/>
            </a:solidFill>
            <a:prstDash val="solid"/>
            <a:round/>
            <a:headEnd len="med" w="med" type="none"/>
            <a:tailEnd len="med" w="med" type="none"/>
          </a:ln>
        </p:spPr>
      </p:cxnSp>
      <p:grpSp>
        <p:nvGrpSpPr>
          <p:cNvPr id="698" name="Google Shape;698;p94"/>
          <p:cNvGrpSpPr/>
          <p:nvPr/>
        </p:nvGrpSpPr>
        <p:grpSpPr>
          <a:xfrm>
            <a:off x="308838" y="1242975"/>
            <a:ext cx="3558375" cy="924600"/>
            <a:chOff x="308838" y="1242975"/>
            <a:chExt cx="3558375" cy="924600"/>
          </a:xfrm>
        </p:grpSpPr>
        <p:cxnSp>
          <p:nvCxnSpPr>
            <p:cNvPr id="699" name="Google Shape;699;p94"/>
            <p:cNvCxnSpPr/>
            <p:nvPr/>
          </p:nvCxnSpPr>
          <p:spPr>
            <a:xfrm rot="10800000">
              <a:off x="2642013" y="1654113"/>
              <a:ext cx="1225200" cy="0"/>
            </a:xfrm>
            <a:prstGeom prst="straightConnector1">
              <a:avLst/>
            </a:prstGeom>
            <a:noFill/>
            <a:ln cap="flat" cmpd="sng" w="9525">
              <a:solidFill>
                <a:srgbClr val="249C91"/>
              </a:solidFill>
              <a:prstDash val="solid"/>
              <a:round/>
              <a:headEnd len="sm" w="sm" type="none"/>
              <a:tailEnd len="med" w="med" type="oval"/>
            </a:ln>
          </p:spPr>
        </p:cxnSp>
        <p:sp>
          <p:nvSpPr>
            <p:cNvPr id="700" name="Google Shape;700;p94"/>
            <p:cNvSpPr txBox="1"/>
            <p:nvPr/>
          </p:nvSpPr>
          <p:spPr>
            <a:xfrm>
              <a:off x="308838" y="1242975"/>
              <a:ext cx="2124000" cy="92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200">
                  <a:latin typeface="Roboto"/>
                  <a:ea typeface="Roboto"/>
                  <a:cs typeface="Roboto"/>
                  <a:sym typeface="Roboto"/>
                </a:rPr>
                <a:t>Read Me</a:t>
              </a:r>
              <a:endParaRPr b="1" sz="1200">
                <a:latin typeface="Roboto"/>
                <a:ea typeface="Roboto"/>
                <a:cs typeface="Roboto"/>
                <a:sym typeface="Roboto"/>
              </a:endParaRPr>
            </a:p>
            <a:p>
              <a:pPr indent="0" lvl="0" marL="0" rtl="0" algn="r">
                <a:spcBef>
                  <a:spcPts val="0"/>
                </a:spcBef>
                <a:spcAft>
                  <a:spcPts val="0"/>
                </a:spcAft>
                <a:buNone/>
              </a:pPr>
              <a:r>
                <a:t/>
              </a:r>
              <a:endParaRPr b="1" sz="800">
                <a:latin typeface="Roboto"/>
                <a:ea typeface="Roboto"/>
                <a:cs typeface="Roboto"/>
                <a:sym typeface="Roboto"/>
              </a:endParaRPr>
            </a:p>
            <a:p>
              <a:pPr indent="0" lvl="0" marL="0" rtl="0" algn="r">
                <a:spcBef>
                  <a:spcPts val="0"/>
                </a:spcBef>
                <a:spcAft>
                  <a:spcPts val="1600"/>
                </a:spcAft>
                <a:buNone/>
              </a:pPr>
              <a:r>
                <a:rPr lang="en" sz="800">
                  <a:latin typeface="Roboto"/>
                  <a:ea typeface="Roboto"/>
                  <a:cs typeface="Roboto"/>
                  <a:sym typeface="Roboto"/>
                </a:rPr>
                <a:t>This section gives a brief </a:t>
              </a:r>
              <a:r>
                <a:rPr lang="en" sz="800">
                  <a:latin typeface="Roboto"/>
                  <a:ea typeface="Roboto"/>
                  <a:cs typeface="Roboto"/>
                  <a:sym typeface="Roboto"/>
                </a:rPr>
                <a:t>description</a:t>
              </a:r>
              <a:r>
                <a:rPr lang="en" sz="800">
                  <a:latin typeface="Roboto"/>
                  <a:ea typeface="Roboto"/>
                  <a:cs typeface="Roboto"/>
                  <a:sym typeface="Roboto"/>
                </a:rPr>
                <a:t> of the project, instructions to set up the project to run on a personal computer, and lists the environment requirements as well as the expected outputs of the project.</a:t>
              </a:r>
              <a:endParaRPr b="1" sz="800">
                <a:latin typeface="Roboto"/>
                <a:ea typeface="Roboto"/>
                <a:cs typeface="Roboto"/>
                <a:sym typeface="Roboto"/>
              </a:endParaRPr>
            </a:p>
          </p:txBody>
        </p:sp>
      </p:grpSp>
      <p:grpSp>
        <p:nvGrpSpPr>
          <p:cNvPr id="701" name="Google Shape;701;p94"/>
          <p:cNvGrpSpPr/>
          <p:nvPr/>
        </p:nvGrpSpPr>
        <p:grpSpPr>
          <a:xfrm>
            <a:off x="308838" y="2646125"/>
            <a:ext cx="3263100" cy="924600"/>
            <a:chOff x="308838" y="2646125"/>
            <a:chExt cx="3263100" cy="924600"/>
          </a:xfrm>
        </p:grpSpPr>
        <p:cxnSp>
          <p:nvCxnSpPr>
            <p:cNvPr id="702" name="Google Shape;702;p94"/>
            <p:cNvCxnSpPr/>
            <p:nvPr/>
          </p:nvCxnSpPr>
          <p:spPr>
            <a:xfrm rot="10800000">
              <a:off x="2641938" y="3108425"/>
              <a:ext cx="930000" cy="0"/>
            </a:xfrm>
            <a:prstGeom prst="straightConnector1">
              <a:avLst/>
            </a:prstGeom>
            <a:noFill/>
            <a:ln cap="flat" cmpd="sng" w="9525">
              <a:solidFill>
                <a:srgbClr val="1F887E"/>
              </a:solidFill>
              <a:prstDash val="solid"/>
              <a:round/>
              <a:headEnd len="sm" w="sm" type="none"/>
              <a:tailEnd len="med" w="med" type="oval"/>
            </a:ln>
          </p:spPr>
        </p:cxnSp>
        <p:sp>
          <p:nvSpPr>
            <p:cNvPr id="703" name="Google Shape;703;p94"/>
            <p:cNvSpPr txBox="1"/>
            <p:nvPr/>
          </p:nvSpPr>
          <p:spPr>
            <a:xfrm>
              <a:off x="308838" y="2646125"/>
              <a:ext cx="2124000" cy="92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200">
                  <a:latin typeface="Roboto"/>
                  <a:ea typeface="Roboto"/>
                  <a:cs typeface="Roboto"/>
                  <a:sym typeface="Roboto"/>
                </a:rPr>
                <a:t>Data Loading</a:t>
              </a:r>
              <a:endParaRPr b="1" sz="1200">
                <a:latin typeface="Roboto"/>
                <a:ea typeface="Roboto"/>
                <a:cs typeface="Roboto"/>
                <a:sym typeface="Roboto"/>
              </a:endParaRPr>
            </a:p>
            <a:p>
              <a:pPr indent="0" lvl="0" marL="0" rtl="0" algn="r">
                <a:spcBef>
                  <a:spcPts val="0"/>
                </a:spcBef>
                <a:spcAft>
                  <a:spcPts val="0"/>
                </a:spcAft>
                <a:buNone/>
              </a:pPr>
              <a:r>
                <a:t/>
              </a:r>
              <a:endParaRPr b="1" sz="800">
                <a:latin typeface="Roboto"/>
                <a:ea typeface="Roboto"/>
                <a:cs typeface="Roboto"/>
                <a:sym typeface="Roboto"/>
              </a:endParaRPr>
            </a:p>
            <a:p>
              <a:pPr indent="0" lvl="0" marL="0" rtl="0" algn="r">
                <a:spcBef>
                  <a:spcPts val="0"/>
                </a:spcBef>
                <a:spcAft>
                  <a:spcPts val="1600"/>
                </a:spcAft>
                <a:buNone/>
              </a:pPr>
              <a:r>
                <a:rPr lang="en" sz="800">
                  <a:latin typeface="Roboto"/>
                  <a:ea typeface="Roboto"/>
                  <a:cs typeface="Roboto"/>
                  <a:sym typeface="Roboto"/>
                </a:rPr>
                <a:t>The section responsible for importing the necessary libraries that the project uses like Pandas, Sklearn, Matplotlib, etc. It also uploads the dataset to the file from the user’s google drive.</a:t>
              </a:r>
              <a:endParaRPr b="1" sz="800">
                <a:latin typeface="Roboto"/>
                <a:ea typeface="Roboto"/>
                <a:cs typeface="Roboto"/>
                <a:sym typeface="Roboto"/>
              </a:endParaRPr>
            </a:p>
          </p:txBody>
        </p:sp>
      </p:grpSp>
      <p:grpSp>
        <p:nvGrpSpPr>
          <p:cNvPr id="704" name="Google Shape;704;p94"/>
          <p:cNvGrpSpPr/>
          <p:nvPr/>
        </p:nvGrpSpPr>
        <p:grpSpPr>
          <a:xfrm>
            <a:off x="4657738" y="3391700"/>
            <a:ext cx="4162750" cy="924600"/>
            <a:chOff x="4657738" y="3391700"/>
            <a:chExt cx="4162750" cy="924600"/>
          </a:xfrm>
        </p:grpSpPr>
        <p:cxnSp>
          <p:nvCxnSpPr>
            <p:cNvPr id="705" name="Google Shape;705;p94"/>
            <p:cNvCxnSpPr/>
            <p:nvPr/>
          </p:nvCxnSpPr>
          <p:spPr>
            <a:xfrm>
              <a:off x="4657738" y="3854000"/>
              <a:ext cx="1838700" cy="0"/>
            </a:xfrm>
            <a:prstGeom prst="straightConnector1">
              <a:avLst/>
            </a:prstGeom>
            <a:noFill/>
            <a:ln cap="flat" cmpd="sng" w="9525">
              <a:solidFill>
                <a:srgbClr val="1D7E75"/>
              </a:solidFill>
              <a:prstDash val="solid"/>
              <a:round/>
              <a:headEnd len="sm" w="sm" type="none"/>
              <a:tailEnd len="med" w="med" type="oval"/>
            </a:ln>
          </p:spPr>
        </p:cxnSp>
        <p:sp>
          <p:nvSpPr>
            <p:cNvPr id="706" name="Google Shape;706;p94"/>
            <p:cNvSpPr txBox="1"/>
            <p:nvPr/>
          </p:nvSpPr>
          <p:spPr>
            <a:xfrm>
              <a:off x="6696488" y="3391700"/>
              <a:ext cx="21240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Roboto"/>
                  <a:ea typeface="Roboto"/>
                  <a:cs typeface="Roboto"/>
                  <a:sym typeface="Roboto"/>
                </a:rPr>
                <a:t>Data Cleaning and Transformation</a:t>
              </a:r>
              <a:endParaRPr b="1" sz="1200">
                <a:latin typeface="Roboto"/>
                <a:ea typeface="Roboto"/>
                <a:cs typeface="Roboto"/>
                <a:sym typeface="Roboto"/>
              </a:endParaRPr>
            </a:p>
            <a:p>
              <a:pPr indent="0" lvl="0" marL="0" rtl="0" algn="l">
                <a:spcBef>
                  <a:spcPts val="0"/>
                </a:spcBef>
                <a:spcAft>
                  <a:spcPts val="0"/>
                </a:spcAft>
                <a:buNone/>
              </a:pPr>
              <a:r>
                <a:t/>
              </a:r>
              <a:endParaRPr b="1" sz="800">
                <a:latin typeface="Roboto"/>
                <a:ea typeface="Roboto"/>
                <a:cs typeface="Roboto"/>
                <a:sym typeface="Roboto"/>
              </a:endParaRPr>
            </a:p>
            <a:p>
              <a:pPr indent="0" lvl="0" marL="0" rtl="0" algn="l">
                <a:spcBef>
                  <a:spcPts val="0"/>
                </a:spcBef>
                <a:spcAft>
                  <a:spcPts val="1600"/>
                </a:spcAft>
                <a:buNone/>
              </a:pPr>
              <a:r>
                <a:rPr lang="en" sz="800">
                  <a:latin typeface="Roboto"/>
                  <a:ea typeface="Roboto"/>
                  <a:cs typeface="Roboto"/>
                  <a:sym typeface="Roboto"/>
                </a:rPr>
                <a:t>This section reformats and transforms data based on it’s type to make it more </a:t>
              </a:r>
              <a:r>
                <a:rPr lang="en" sz="800">
                  <a:latin typeface="Roboto"/>
                  <a:ea typeface="Roboto"/>
                  <a:cs typeface="Roboto"/>
                  <a:sym typeface="Roboto"/>
                </a:rPr>
                <a:t>palatable</a:t>
              </a:r>
              <a:r>
                <a:rPr lang="en" sz="800">
                  <a:latin typeface="Roboto"/>
                  <a:ea typeface="Roboto"/>
                  <a:cs typeface="Roboto"/>
                  <a:sym typeface="Roboto"/>
                </a:rPr>
                <a:t> for </a:t>
              </a:r>
              <a:r>
                <a:rPr lang="en" sz="800">
                  <a:latin typeface="Roboto"/>
                  <a:ea typeface="Roboto"/>
                  <a:cs typeface="Roboto"/>
                  <a:sym typeface="Roboto"/>
                </a:rPr>
                <a:t>the</a:t>
              </a:r>
              <a:r>
                <a:rPr lang="en" sz="800">
                  <a:latin typeface="Roboto"/>
                  <a:ea typeface="Roboto"/>
                  <a:cs typeface="Roboto"/>
                  <a:sym typeface="Roboto"/>
                </a:rPr>
                <a:t> models we will use. It also drops empty values and normalizes numerical features. </a:t>
              </a:r>
              <a:endParaRPr b="1" sz="800">
                <a:latin typeface="Roboto"/>
                <a:ea typeface="Roboto"/>
                <a:cs typeface="Roboto"/>
                <a:sym typeface="Roboto"/>
              </a:endParaRPr>
            </a:p>
          </p:txBody>
        </p:sp>
      </p:grpSp>
      <p:grpSp>
        <p:nvGrpSpPr>
          <p:cNvPr id="707" name="Google Shape;707;p94"/>
          <p:cNvGrpSpPr/>
          <p:nvPr/>
        </p:nvGrpSpPr>
        <p:grpSpPr>
          <a:xfrm>
            <a:off x="5209838" y="1242975"/>
            <a:ext cx="3610650" cy="924600"/>
            <a:chOff x="5209838" y="1242975"/>
            <a:chExt cx="3610650" cy="924600"/>
          </a:xfrm>
        </p:grpSpPr>
        <p:sp>
          <p:nvSpPr>
            <p:cNvPr id="708" name="Google Shape;708;p94"/>
            <p:cNvSpPr txBox="1"/>
            <p:nvPr/>
          </p:nvSpPr>
          <p:spPr>
            <a:xfrm>
              <a:off x="6696488" y="1242975"/>
              <a:ext cx="21240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Roboto"/>
                  <a:ea typeface="Roboto"/>
                  <a:cs typeface="Roboto"/>
                  <a:sym typeface="Roboto"/>
                </a:rPr>
                <a:t>Splitting Data and Testing the Model</a:t>
              </a:r>
              <a:endParaRPr b="1" sz="1200">
                <a:latin typeface="Roboto"/>
                <a:ea typeface="Roboto"/>
                <a:cs typeface="Roboto"/>
                <a:sym typeface="Roboto"/>
              </a:endParaRPr>
            </a:p>
            <a:p>
              <a:pPr indent="0" lvl="0" marL="0" rtl="0" algn="l">
                <a:spcBef>
                  <a:spcPts val="0"/>
                </a:spcBef>
                <a:spcAft>
                  <a:spcPts val="0"/>
                </a:spcAft>
                <a:buNone/>
              </a:pPr>
              <a:r>
                <a:t/>
              </a:r>
              <a:endParaRPr b="1" sz="800">
                <a:latin typeface="Roboto"/>
                <a:ea typeface="Roboto"/>
                <a:cs typeface="Roboto"/>
                <a:sym typeface="Roboto"/>
              </a:endParaRPr>
            </a:p>
            <a:p>
              <a:pPr indent="0" lvl="0" marL="0" rtl="0" algn="l">
                <a:spcBef>
                  <a:spcPts val="0"/>
                </a:spcBef>
                <a:spcAft>
                  <a:spcPts val="1600"/>
                </a:spcAft>
                <a:buNone/>
              </a:pPr>
              <a:r>
                <a:rPr lang="en" sz="800">
                  <a:latin typeface="Roboto"/>
                  <a:ea typeface="Roboto"/>
                  <a:cs typeface="Roboto"/>
                  <a:sym typeface="Roboto"/>
                </a:rPr>
                <a:t>This section splits the dataset for </a:t>
              </a:r>
              <a:r>
                <a:rPr lang="en" sz="800">
                  <a:latin typeface="Roboto"/>
                  <a:ea typeface="Roboto"/>
                  <a:cs typeface="Roboto"/>
                  <a:sym typeface="Roboto"/>
                </a:rPr>
                <a:t>training</a:t>
              </a:r>
              <a:r>
                <a:rPr lang="en" sz="800">
                  <a:latin typeface="Roboto"/>
                  <a:ea typeface="Roboto"/>
                  <a:cs typeface="Roboto"/>
                  <a:sym typeface="Roboto"/>
                </a:rPr>
                <a:t> and testing of the models. It also applies SMOTE to the training data to account for class imbalance. Finally, it tests and evaluates the model with test data.</a:t>
              </a:r>
              <a:endParaRPr b="1" sz="800">
                <a:latin typeface="Roboto"/>
                <a:ea typeface="Roboto"/>
                <a:cs typeface="Roboto"/>
                <a:sym typeface="Roboto"/>
              </a:endParaRPr>
            </a:p>
          </p:txBody>
        </p:sp>
        <p:cxnSp>
          <p:nvCxnSpPr>
            <p:cNvPr id="709" name="Google Shape;709;p94"/>
            <p:cNvCxnSpPr/>
            <p:nvPr/>
          </p:nvCxnSpPr>
          <p:spPr>
            <a:xfrm>
              <a:off x="5209838" y="1654113"/>
              <a:ext cx="1286700" cy="0"/>
            </a:xfrm>
            <a:prstGeom prst="straightConnector1">
              <a:avLst/>
            </a:prstGeom>
            <a:noFill/>
            <a:ln cap="flat" cmpd="sng" w="9525">
              <a:solidFill>
                <a:srgbClr val="155B55"/>
              </a:solidFill>
              <a:prstDash val="solid"/>
              <a:round/>
              <a:headEnd len="sm" w="sm" type="none"/>
              <a:tailEnd len="med" w="med" type="oval"/>
            </a:ln>
          </p:spPr>
        </p:cxnSp>
      </p:grpSp>
      <p:grpSp>
        <p:nvGrpSpPr>
          <p:cNvPr id="710" name="Google Shape;710;p94"/>
          <p:cNvGrpSpPr/>
          <p:nvPr/>
        </p:nvGrpSpPr>
        <p:grpSpPr>
          <a:xfrm>
            <a:off x="5610288" y="2313350"/>
            <a:ext cx="3210200" cy="924600"/>
            <a:chOff x="5610288" y="2313350"/>
            <a:chExt cx="3210200" cy="924600"/>
          </a:xfrm>
        </p:grpSpPr>
        <p:cxnSp>
          <p:nvCxnSpPr>
            <p:cNvPr id="711" name="Google Shape;711;p94"/>
            <p:cNvCxnSpPr/>
            <p:nvPr/>
          </p:nvCxnSpPr>
          <p:spPr>
            <a:xfrm>
              <a:off x="5610288" y="2775650"/>
              <a:ext cx="886200" cy="0"/>
            </a:xfrm>
            <a:prstGeom prst="straightConnector1">
              <a:avLst/>
            </a:prstGeom>
            <a:noFill/>
            <a:ln cap="flat" cmpd="sng" w="9525">
              <a:solidFill>
                <a:srgbClr val="1B786F"/>
              </a:solidFill>
              <a:prstDash val="solid"/>
              <a:round/>
              <a:headEnd len="sm" w="sm" type="none"/>
              <a:tailEnd len="med" w="med" type="oval"/>
            </a:ln>
          </p:spPr>
        </p:cxnSp>
        <p:sp>
          <p:nvSpPr>
            <p:cNvPr id="712" name="Google Shape;712;p94"/>
            <p:cNvSpPr txBox="1"/>
            <p:nvPr/>
          </p:nvSpPr>
          <p:spPr>
            <a:xfrm>
              <a:off x="6696488" y="2313350"/>
              <a:ext cx="21240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Roboto"/>
                  <a:ea typeface="Roboto"/>
                  <a:cs typeface="Roboto"/>
                  <a:sym typeface="Roboto"/>
                </a:rPr>
                <a:t>Feature Selection</a:t>
              </a:r>
              <a:endParaRPr b="1" sz="1200">
                <a:latin typeface="Roboto"/>
                <a:ea typeface="Roboto"/>
                <a:cs typeface="Roboto"/>
                <a:sym typeface="Roboto"/>
              </a:endParaRPr>
            </a:p>
            <a:p>
              <a:pPr indent="0" lvl="0" marL="0" rtl="0" algn="l">
                <a:spcBef>
                  <a:spcPts val="0"/>
                </a:spcBef>
                <a:spcAft>
                  <a:spcPts val="0"/>
                </a:spcAft>
                <a:buNone/>
              </a:pPr>
              <a:r>
                <a:t/>
              </a:r>
              <a:endParaRPr b="1" sz="800">
                <a:latin typeface="Roboto"/>
                <a:ea typeface="Roboto"/>
                <a:cs typeface="Roboto"/>
                <a:sym typeface="Roboto"/>
              </a:endParaRPr>
            </a:p>
            <a:p>
              <a:pPr indent="0" lvl="0" marL="0" rtl="0" algn="l">
                <a:spcBef>
                  <a:spcPts val="0"/>
                </a:spcBef>
                <a:spcAft>
                  <a:spcPts val="1600"/>
                </a:spcAft>
                <a:buNone/>
              </a:pPr>
              <a:r>
                <a:rPr lang="en" sz="800">
                  <a:latin typeface="Roboto"/>
                  <a:ea typeface="Roboto"/>
                  <a:cs typeface="Roboto"/>
                  <a:sym typeface="Roboto"/>
                </a:rPr>
                <a:t>This section drops features that have no effect on predictions or features that are highly correlated with other features.</a:t>
              </a:r>
              <a:endParaRPr b="1" sz="800">
                <a:latin typeface="Roboto"/>
                <a:ea typeface="Roboto"/>
                <a:cs typeface="Roboto"/>
                <a:sym typeface="Roboto"/>
              </a:endParaRPr>
            </a:p>
          </p:txBody>
        </p:sp>
      </p:grpSp>
      <p:grpSp>
        <p:nvGrpSpPr>
          <p:cNvPr id="713" name="Google Shape;713;p94"/>
          <p:cNvGrpSpPr/>
          <p:nvPr/>
        </p:nvGrpSpPr>
        <p:grpSpPr>
          <a:xfrm>
            <a:off x="2601236" y="654951"/>
            <a:ext cx="3922200" cy="3915924"/>
            <a:chOff x="2610905" y="610653"/>
            <a:chExt cx="3922200" cy="3922200"/>
          </a:xfrm>
        </p:grpSpPr>
        <p:sp>
          <p:nvSpPr>
            <p:cNvPr id="714" name="Google Shape;714;p94"/>
            <p:cNvSpPr/>
            <p:nvPr/>
          </p:nvSpPr>
          <p:spPr>
            <a:xfrm rot="-4980021">
              <a:off x="3204123" y="1186472"/>
              <a:ext cx="2771960" cy="2771960"/>
            </a:xfrm>
            <a:prstGeom prst="blockArc">
              <a:avLst>
                <a:gd fmla="val 12602522" name="adj1"/>
                <a:gd fmla="val 16867657" name="adj2"/>
                <a:gd fmla="val 20844" name="adj3"/>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94"/>
            <p:cNvSpPr/>
            <p:nvPr/>
          </p:nvSpPr>
          <p:spPr>
            <a:xfrm rot="7920309">
              <a:off x="3183402" y="1183149"/>
              <a:ext cx="2777207" cy="2777207"/>
            </a:xfrm>
            <a:prstGeom prst="blockArc">
              <a:avLst>
                <a:gd fmla="val 12602522" name="adj1"/>
                <a:gd fmla="val 16867657" name="adj2"/>
                <a:gd fmla="val 20844" name="adj3"/>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94"/>
            <p:cNvSpPr/>
            <p:nvPr/>
          </p:nvSpPr>
          <p:spPr>
            <a:xfrm rot="3600063">
              <a:off x="3186335" y="1195681"/>
              <a:ext cx="2777488" cy="2777488"/>
            </a:xfrm>
            <a:prstGeom prst="blockArc">
              <a:avLst>
                <a:gd fmla="val 12602522" name="adj1"/>
                <a:gd fmla="val 16867657" name="adj2"/>
                <a:gd fmla="val 20844" name="adj3"/>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94"/>
            <p:cNvSpPr/>
            <p:nvPr/>
          </p:nvSpPr>
          <p:spPr>
            <a:xfrm rot="4024705">
              <a:off x="5326681" y="1940898"/>
              <a:ext cx="578477" cy="579147"/>
            </a:xfrm>
            <a:prstGeom prst="pie">
              <a:avLst>
                <a:gd fmla="val 6190354" name="adj1"/>
                <a:gd fmla="val 14996165" name="adj2"/>
              </a:avLst>
            </a:prstGeom>
            <a:solidFill>
              <a:srgbClr val="1B786F"/>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94"/>
            <p:cNvSpPr/>
            <p:nvPr/>
          </p:nvSpPr>
          <p:spPr>
            <a:xfrm rot="-6816027">
              <a:off x="5326729" y="1940918"/>
              <a:ext cx="578485" cy="579035"/>
            </a:xfrm>
            <a:prstGeom prst="pie">
              <a:avLst>
                <a:gd fmla="val 4028252" name="adj1"/>
                <a:gd fmla="val 17183677" name="adj2"/>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94"/>
            <p:cNvSpPr/>
            <p:nvPr/>
          </p:nvSpPr>
          <p:spPr>
            <a:xfrm rot="-9359762">
              <a:off x="3193941" y="1176205"/>
              <a:ext cx="2777287" cy="2777287"/>
            </a:xfrm>
            <a:prstGeom prst="blockArc">
              <a:avLst>
                <a:gd fmla="val 12602522" name="adj1"/>
                <a:gd fmla="val 16867657" name="adj2"/>
                <a:gd fmla="val 20844" name="adj3"/>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94"/>
            <p:cNvSpPr/>
            <p:nvPr/>
          </p:nvSpPr>
          <p:spPr>
            <a:xfrm rot="-8936366">
              <a:off x="3659126" y="3173505"/>
              <a:ext cx="578551" cy="578963"/>
            </a:xfrm>
            <a:prstGeom prst="pie">
              <a:avLst>
                <a:gd fmla="val 6190354" name="adj1"/>
                <a:gd fmla="val 14996165" name="adj2"/>
              </a:avLst>
            </a:prstGeom>
            <a:solidFill>
              <a:srgbClr val="1F887E"/>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94"/>
            <p:cNvSpPr/>
            <p:nvPr/>
          </p:nvSpPr>
          <p:spPr>
            <a:xfrm rot="1824498">
              <a:off x="3659375" y="3173497"/>
              <a:ext cx="578475" cy="578885"/>
            </a:xfrm>
            <a:prstGeom prst="pie">
              <a:avLst>
                <a:gd fmla="val 4028252" name="adj1"/>
                <a:gd fmla="val 17183677" name="adj2"/>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94"/>
            <p:cNvSpPr/>
            <p:nvPr/>
          </p:nvSpPr>
          <p:spPr>
            <a:xfrm rot="-600092">
              <a:off x="3198852" y="1195456"/>
              <a:ext cx="2777611" cy="2777611"/>
            </a:xfrm>
            <a:prstGeom prst="blockArc">
              <a:avLst>
                <a:gd fmla="val 12513247" name="adj1"/>
                <a:gd fmla="val 16867657" name="adj2"/>
                <a:gd fmla="val 20844" name="adj3"/>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94"/>
            <p:cNvSpPr/>
            <p:nvPr/>
          </p:nvSpPr>
          <p:spPr>
            <a:xfrm rot="-176551">
              <a:off x="4312105" y="1195442"/>
              <a:ext cx="578563" cy="579162"/>
            </a:xfrm>
            <a:prstGeom prst="pie">
              <a:avLst>
                <a:gd fmla="val 6190354" name="adj1"/>
                <a:gd fmla="val 14996165" name="adj2"/>
              </a:avLst>
            </a:prstGeom>
            <a:solidFill>
              <a:srgbClr val="155B5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94"/>
            <p:cNvSpPr/>
            <p:nvPr/>
          </p:nvSpPr>
          <p:spPr>
            <a:xfrm rot="10584085">
              <a:off x="4312088" y="1195622"/>
              <a:ext cx="578340" cy="578939"/>
            </a:xfrm>
            <a:prstGeom prst="pie">
              <a:avLst>
                <a:gd fmla="val 4028252" name="adj1"/>
                <a:gd fmla="val 17183677" name="adj2"/>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94"/>
            <p:cNvSpPr/>
            <p:nvPr/>
          </p:nvSpPr>
          <p:spPr>
            <a:xfrm rot="8344778">
              <a:off x="4940929" y="3162886"/>
              <a:ext cx="578465" cy="578888"/>
            </a:xfrm>
            <a:prstGeom prst="pie">
              <a:avLst>
                <a:gd fmla="val 6190354" name="adj1"/>
                <a:gd fmla="val 14996165" name="adj2"/>
              </a:avLst>
            </a:prstGeom>
            <a:solidFill>
              <a:srgbClr val="1D7E7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94"/>
            <p:cNvSpPr/>
            <p:nvPr/>
          </p:nvSpPr>
          <p:spPr>
            <a:xfrm rot="-2495643">
              <a:off x="4941000" y="3162728"/>
              <a:ext cx="578445" cy="579093"/>
            </a:xfrm>
            <a:prstGeom prst="pie">
              <a:avLst>
                <a:gd fmla="val 4028252" name="adj1"/>
                <a:gd fmla="val 17183677" name="adj2"/>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94"/>
            <p:cNvSpPr/>
            <p:nvPr/>
          </p:nvSpPr>
          <p:spPr>
            <a:xfrm rot="-4556960">
              <a:off x="3257335" y="1939059"/>
              <a:ext cx="578302" cy="578957"/>
            </a:xfrm>
            <a:prstGeom prst="pie">
              <a:avLst>
                <a:gd fmla="val 6190354" name="adj1"/>
                <a:gd fmla="val 14996165" name="adj2"/>
              </a:avLst>
            </a:prstGeom>
            <a:solidFill>
              <a:srgbClr val="249C91"/>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94"/>
            <p:cNvSpPr/>
            <p:nvPr/>
          </p:nvSpPr>
          <p:spPr>
            <a:xfrm rot="6204541">
              <a:off x="3257468" y="1938977"/>
              <a:ext cx="578264" cy="578917"/>
            </a:xfrm>
            <a:prstGeom prst="pie">
              <a:avLst>
                <a:gd fmla="val 4028252" name="adj1"/>
                <a:gd fmla="val 17183677" name="adj2"/>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94"/>
            <p:cNvSpPr txBox="1"/>
            <p:nvPr/>
          </p:nvSpPr>
          <p:spPr>
            <a:xfrm>
              <a:off x="4341900" y="1271896"/>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05</a:t>
              </a:r>
              <a:endParaRPr b="1" sz="1600">
                <a:solidFill>
                  <a:srgbClr val="FFFFFF"/>
                </a:solidFill>
                <a:latin typeface="Roboto"/>
                <a:ea typeface="Roboto"/>
                <a:cs typeface="Roboto"/>
                <a:sym typeface="Roboto"/>
              </a:endParaRPr>
            </a:p>
          </p:txBody>
        </p:sp>
        <p:sp>
          <p:nvSpPr>
            <p:cNvPr id="730" name="Google Shape;730;p94"/>
            <p:cNvSpPr txBox="1"/>
            <p:nvPr/>
          </p:nvSpPr>
          <p:spPr>
            <a:xfrm>
              <a:off x="3274219" y="2018364"/>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sp>
          <p:nvSpPr>
            <p:cNvPr id="731" name="Google Shape;731;p94"/>
            <p:cNvSpPr txBox="1"/>
            <p:nvPr/>
          </p:nvSpPr>
          <p:spPr>
            <a:xfrm>
              <a:off x="3685317" y="3247321"/>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sp>
          <p:nvSpPr>
            <p:cNvPr id="732" name="Google Shape;732;p94"/>
            <p:cNvSpPr txBox="1"/>
            <p:nvPr/>
          </p:nvSpPr>
          <p:spPr>
            <a:xfrm>
              <a:off x="4955323" y="3247321"/>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sp>
          <p:nvSpPr>
            <p:cNvPr id="733" name="Google Shape;733;p94"/>
            <p:cNvSpPr txBox="1"/>
            <p:nvPr/>
          </p:nvSpPr>
          <p:spPr>
            <a:xfrm>
              <a:off x="5364737" y="2018364"/>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95"/>
          <p:cNvSpPr txBox="1"/>
          <p:nvPr>
            <p:ph type="title"/>
          </p:nvPr>
        </p:nvSpPr>
        <p:spPr>
          <a:xfrm>
            <a:off x="285000" y="26325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System Structure Diagram</a:t>
            </a:r>
            <a:endParaRPr/>
          </a:p>
        </p:txBody>
      </p:sp>
      <p:sp>
        <p:nvSpPr>
          <p:cNvPr id="739" name="Google Shape;739;p95"/>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740" name="Google Shape;740;p95"/>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741" name="Google Shape;741;p95"/>
          <p:cNvCxnSpPr>
            <a:stCxn id="739" idx="1"/>
          </p:cNvCxnSpPr>
          <p:nvPr/>
        </p:nvCxnSpPr>
        <p:spPr>
          <a:xfrm flipH="1">
            <a:off x="272658" y="4907450"/>
            <a:ext cx="8383800" cy="4800"/>
          </a:xfrm>
          <a:prstGeom prst="straightConnector1">
            <a:avLst/>
          </a:prstGeom>
          <a:noFill/>
          <a:ln cap="flat" cmpd="sng" w="9525">
            <a:solidFill>
              <a:schemeClr val="lt2"/>
            </a:solidFill>
            <a:prstDash val="solid"/>
            <a:round/>
            <a:headEnd len="med" w="med" type="none"/>
            <a:tailEnd len="med" w="med" type="none"/>
          </a:ln>
        </p:spPr>
      </p:cxnSp>
      <p:sp>
        <p:nvSpPr>
          <p:cNvPr id="742" name="Google Shape;742;p95"/>
          <p:cNvSpPr/>
          <p:nvPr/>
        </p:nvSpPr>
        <p:spPr>
          <a:xfrm>
            <a:off x="386263" y="918236"/>
            <a:ext cx="2177100" cy="3738900"/>
          </a:xfrm>
          <a:prstGeom prst="roundRect">
            <a:avLst>
              <a:gd fmla="val 16667" name="adj"/>
            </a:avLst>
          </a:prstGeom>
          <a:solidFill>
            <a:schemeClr val="dk1"/>
          </a:solidFill>
          <a:ln cap="flat" cmpd="sng" w="12675">
            <a:solidFill>
              <a:schemeClr val="lt1"/>
            </a:solidFill>
            <a:prstDash val="solid"/>
            <a:round/>
            <a:headEnd len="sm" w="sm" type="none"/>
            <a:tailEnd len="sm" w="sm" type="none"/>
          </a:ln>
        </p:spPr>
        <p:txBody>
          <a:bodyPr anchorCtr="0" anchor="t" bIns="121725" lIns="121725" spcFirstLastPara="1" rIns="121725" wrap="square" tIns="121725">
            <a:noAutofit/>
          </a:bodyPr>
          <a:lstStyle/>
          <a:p>
            <a:pPr indent="0" lvl="0" marL="0" rtl="0" algn="ctr">
              <a:spcBef>
                <a:spcPts val="0"/>
              </a:spcBef>
              <a:spcAft>
                <a:spcPts val="0"/>
              </a:spcAft>
              <a:buNone/>
            </a:pPr>
            <a:r>
              <a:rPr lang="en" sz="1864">
                <a:solidFill>
                  <a:schemeClr val="lt1"/>
                </a:solidFill>
                <a:latin typeface="Lato"/>
                <a:ea typeface="Lato"/>
                <a:cs typeface="Lato"/>
                <a:sym typeface="Lato"/>
              </a:rPr>
              <a:t>Data </a:t>
            </a:r>
            <a:endParaRPr sz="1864">
              <a:solidFill>
                <a:schemeClr val="lt1"/>
              </a:solidFill>
              <a:latin typeface="Lato"/>
              <a:ea typeface="Lato"/>
              <a:cs typeface="Lato"/>
              <a:sym typeface="Lato"/>
            </a:endParaRPr>
          </a:p>
        </p:txBody>
      </p:sp>
      <p:sp>
        <p:nvSpPr>
          <p:cNvPr id="743" name="Google Shape;743;p95"/>
          <p:cNvSpPr/>
          <p:nvPr/>
        </p:nvSpPr>
        <p:spPr>
          <a:xfrm>
            <a:off x="3063300" y="918225"/>
            <a:ext cx="3017400" cy="3989100"/>
          </a:xfrm>
          <a:prstGeom prst="roundRect">
            <a:avLst>
              <a:gd fmla="val 16667" name="adj"/>
            </a:avLst>
          </a:prstGeom>
          <a:solidFill>
            <a:schemeClr val="dk1"/>
          </a:solidFill>
          <a:ln cap="flat" cmpd="sng" w="12675">
            <a:solidFill>
              <a:schemeClr val="lt1"/>
            </a:solidFill>
            <a:prstDash val="solid"/>
            <a:round/>
            <a:headEnd len="sm" w="sm" type="none"/>
            <a:tailEnd len="sm" w="sm" type="none"/>
          </a:ln>
        </p:spPr>
        <p:txBody>
          <a:bodyPr anchorCtr="0" anchor="t" bIns="121725" lIns="121725" spcFirstLastPara="1" rIns="121725" wrap="square" tIns="121725">
            <a:noAutofit/>
          </a:bodyPr>
          <a:lstStyle/>
          <a:p>
            <a:pPr indent="0" lvl="0" marL="0" rtl="0" algn="ctr">
              <a:lnSpc>
                <a:spcPct val="50000"/>
              </a:lnSpc>
              <a:spcBef>
                <a:spcPts val="0"/>
              </a:spcBef>
              <a:spcAft>
                <a:spcPts val="0"/>
              </a:spcAft>
              <a:buNone/>
            </a:pPr>
            <a:r>
              <a:rPr lang="en" sz="1864">
                <a:solidFill>
                  <a:schemeClr val="lt1"/>
                </a:solidFill>
                <a:latin typeface="Lato"/>
                <a:ea typeface="Lato"/>
                <a:cs typeface="Lato"/>
                <a:sym typeface="Lato"/>
              </a:rPr>
              <a:t>Preprocessing </a:t>
            </a:r>
            <a:endParaRPr sz="1864">
              <a:solidFill>
                <a:schemeClr val="lt1"/>
              </a:solidFill>
              <a:latin typeface="Lato"/>
              <a:ea typeface="Lato"/>
              <a:cs typeface="Lato"/>
              <a:sym typeface="Lato"/>
            </a:endParaRPr>
          </a:p>
        </p:txBody>
      </p:sp>
      <p:sp>
        <p:nvSpPr>
          <p:cNvPr id="744" name="Google Shape;744;p95"/>
          <p:cNvSpPr/>
          <p:nvPr/>
        </p:nvSpPr>
        <p:spPr>
          <a:xfrm>
            <a:off x="6580645" y="918236"/>
            <a:ext cx="2177100" cy="3738900"/>
          </a:xfrm>
          <a:prstGeom prst="roundRect">
            <a:avLst>
              <a:gd fmla="val 16667" name="adj"/>
            </a:avLst>
          </a:prstGeom>
          <a:solidFill>
            <a:schemeClr val="dk1"/>
          </a:solidFill>
          <a:ln cap="flat" cmpd="sng" w="12675">
            <a:solidFill>
              <a:schemeClr val="lt1"/>
            </a:solidFill>
            <a:prstDash val="solid"/>
            <a:round/>
            <a:headEnd len="sm" w="sm" type="none"/>
            <a:tailEnd len="sm" w="sm" type="none"/>
          </a:ln>
        </p:spPr>
        <p:txBody>
          <a:bodyPr anchorCtr="0" anchor="t" bIns="121725" lIns="121725" spcFirstLastPara="1" rIns="121725" wrap="square" tIns="121725">
            <a:noAutofit/>
          </a:bodyPr>
          <a:lstStyle/>
          <a:p>
            <a:pPr indent="0" lvl="0" marL="0" rtl="0" algn="ctr">
              <a:spcBef>
                <a:spcPts val="0"/>
              </a:spcBef>
              <a:spcAft>
                <a:spcPts val="0"/>
              </a:spcAft>
              <a:buNone/>
            </a:pPr>
            <a:r>
              <a:rPr lang="en" sz="1864">
                <a:solidFill>
                  <a:schemeClr val="lt1"/>
                </a:solidFill>
                <a:latin typeface="Lato"/>
                <a:ea typeface="Lato"/>
                <a:cs typeface="Lato"/>
                <a:sym typeface="Lato"/>
              </a:rPr>
              <a:t>Modeling</a:t>
            </a:r>
            <a:endParaRPr sz="1864">
              <a:solidFill>
                <a:schemeClr val="lt1"/>
              </a:solidFill>
              <a:latin typeface="Lato"/>
              <a:ea typeface="Lato"/>
              <a:cs typeface="Lato"/>
              <a:sym typeface="Lato"/>
            </a:endParaRPr>
          </a:p>
        </p:txBody>
      </p:sp>
      <p:cxnSp>
        <p:nvCxnSpPr>
          <p:cNvPr id="745" name="Google Shape;745;p95"/>
          <p:cNvCxnSpPr>
            <a:stCxn id="742" idx="3"/>
          </p:cNvCxnSpPr>
          <p:nvPr/>
        </p:nvCxnSpPr>
        <p:spPr>
          <a:xfrm>
            <a:off x="2563363" y="2787686"/>
            <a:ext cx="505800" cy="6300"/>
          </a:xfrm>
          <a:prstGeom prst="straightConnector1">
            <a:avLst/>
          </a:prstGeom>
          <a:noFill/>
          <a:ln cap="flat" cmpd="sng" w="12675">
            <a:solidFill>
              <a:srgbClr val="1B786F"/>
            </a:solidFill>
            <a:prstDash val="solid"/>
            <a:round/>
            <a:headEnd len="med" w="med" type="none"/>
            <a:tailEnd len="med" w="med" type="triangle"/>
          </a:ln>
        </p:spPr>
      </p:cxnSp>
      <p:cxnSp>
        <p:nvCxnSpPr>
          <p:cNvPr id="746" name="Google Shape;746;p95"/>
          <p:cNvCxnSpPr>
            <a:stCxn id="743" idx="3"/>
          </p:cNvCxnSpPr>
          <p:nvPr/>
        </p:nvCxnSpPr>
        <p:spPr>
          <a:xfrm>
            <a:off x="6080700" y="2912775"/>
            <a:ext cx="500400" cy="0"/>
          </a:xfrm>
          <a:prstGeom prst="straightConnector1">
            <a:avLst/>
          </a:prstGeom>
          <a:noFill/>
          <a:ln cap="flat" cmpd="sng" w="12675">
            <a:solidFill>
              <a:srgbClr val="1B786F"/>
            </a:solidFill>
            <a:prstDash val="solid"/>
            <a:round/>
            <a:headEnd len="med" w="med" type="none"/>
            <a:tailEnd len="med" w="med" type="triangle"/>
          </a:ln>
        </p:spPr>
      </p:cxnSp>
      <p:sp>
        <p:nvSpPr>
          <p:cNvPr id="747" name="Google Shape;747;p95"/>
          <p:cNvSpPr/>
          <p:nvPr/>
        </p:nvSpPr>
        <p:spPr>
          <a:xfrm>
            <a:off x="554213" y="1726233"/>
            <a:ext cx="1841100" cy="1194300"/>
          </a:xfrm>
          <a:prstGeom prst="roundRect">
            <a:avLst>
              <a:gd fmla="val 16667" name="adj"/>
            </a:avLst>
          </a:prstGeom>
          <a:solidFill>
            <a:schemeClr val="accent3"/>
          </a:solidFill>
          <a:ln cap="flat" cmpd="sng" w="12675">
            <a:solidFill>
              <a:schemeClr val="dk2"/>
            </a:solidFill>
            <a:prstDash val="solid"/>
            <a:round/>
            <a:headEnd len="sm" w="sm" type="none"/>
            <a:tailEnd len="sm" w="sm" type="none"/>
          </a:ln>
        </p:spPr>
        <p:txBody>
          <a:bodyPr anchorCtr="0" anchor="ctr" bIns="121725" lIns="121725" spcFirstLastPara="1" rIns="121725" wrap="square" tIns="121725">
            <a:noAutofit/>
          </a:bodyPr>
          <a:lstStyle/>
          <a:p>
            <a:pPr indent="0" lvl="0" marL="0" rtl="0" algn="ctr">
              <a:spcBef>
                <a:spcPts val="0"/>
              </a:spcBef>
              <a:spcAft>
                <a:spcPts val="0"/>
              </a:spcAft>
              <a:buNone/>
            </a:pPr>
            <a:r>
              <a:rPr lang="en" sz="1564">
                <a:solidFill>
                  <a:schemeClr val="lt1"/>
                </a:solidFill>
                <a:latin typeface="Lato"/>
                <a:ea typeface="Lato"/>
                <a:cs typeface="Lato"/>
                <a:sym typeface="Lato"/>
              </a:rPr>
              <a:t>Telco Customer Churn Dataset</a:t>
            </a:r>
            <a:endParaRPr sz="1564">
              <a:solidFill>
                <a:schemeClr val="lt1"/>
              </a:solidFill>
              <a:latin typeface="Lato"/>
              <a:ea typeface="Lato"/>
              <a:cs typeface="Lato"/>
              <a:sym typeface="Lato"/>
            </a:endParaRPr>
          </a:p>
        </p:txBody>
      </p:sp>
      <p:sp>
        <p:nvSpPr>
          <p:cNvPr id="748" name="Google Shape;748;p95"/>
          <p:cNvSpPr/>
          <p:nvPr/>
        </p:nvSpPr>
        <p:spPr>
          <a:xfrm>
            <a:off x="3483463" y="1400950"/>
            <a:ext cx="2177100" cy="387900"/>
          </a:xfrm>
          <a:prstGeom prst="roundRect">
            <a:avLst>
              <a:gd fmla="val 16667" name="adj"/>
            </a:avLst>
          </a:prstGeom>
          <a:solidFill>
            <a:schemeClr val="accent3"/>
          </a:solidFill>
          <a:ln cap="flat" cmpd="sng" w="12675">
            <a:solidFill>
              <a:schemeClr val="dk2"/>
            </a:solidFill>
            <a:prstDash val="solid"/>
            <a:round/>
            <a:headEnd len="sm" w="sm" type="none"/>
            <a:tailEnd len="sm" w="sm" type="none"/>
          </a:ln>
        </p:spPr>
        <p:txBody>
          <a:bodyPr anchorCtr="0" anchor="ctr" bIns="121725" lIns="121725" spcFirstLastPara="1" rIns="121725" wrap="square" tIns="121725">
            <a:noAutofit/>
          </a:bodyPr>
          <a:lstStyle/>
          <a:p>
            <a:pPr indent="0" lvl="0" marL="0" rtl="0" algn="ctr">
              <a:spcBef>
                <a:spcPts val="0"/>
              </a:spcBef>
              <a:spcAft>
                <a:spcPts val="0"/>
              </a:spcAft>
              <a:buNone/>
            </a:pPr>
            <a:r>
              <a:t/>
            </a:r>
            <a:endParaRPr sz="1664">
              <a:latin typeface="Lato"/>
              <a:ea typeface="Lato"/>
              <a:cs typeface="Lato"/>
              <a:sym typeface="Lato"/>
            </a:endParaRPr>
          </a:p>
          <a:p>
            <a:pPr indent="0" lvl="0" marL="0" rtl="0" algn="ctr">
              <a:spcBef>
                <a:spcPts val="0"/>
              </a:spcBef>
              <a:spcAft>
                <a:spcPts val="0"/>
              </a:spcAft>
              <a:buNone/>
            </a:pPr>
            <a:r>
              <a:rPr lang="en" sz="1564">
                <a:latin typeface="Lato"/>
                <a:ea typeface="Lato"/>
                <a:cs typeface="Lato"/>
                <a:sym typeface="Lato"/>
              </a:rPr>
              <a:t>Data Loading</a:t>
            </a:r>
            <a:endParaRPr sz="1564">
              <a:latin typeface="Lato"/>
              <a:ea typeface="Lato"/>
              <a:cs typeface="Lato"/>
              <a:sym typeface="Lato"/>
            </a:endParaRPr>
          </a:p>
          <a:p>
            <a:pPr indent="0" lvl="0" marL="0" rtl="0" algn="ctr">
              <a:spcBef>
                <a:spcPts val="0"/>
              </a:spcBef>
              <a:spcAft>
                <a:spcPts val="0"/>
              </a:spcAft>
              <a:buNone/>
            </a:pPr>
            <a:r>
              <a:t/>
            </a:r>
            <a:endParaRPr sz="1500">
              <a:latin typeface="Lato"/>
              <a:ea typeface="Lato"/>
              <a:cs typeface="Lato"/>
              <a:sym typeface="Lato"/>
            </a:endParaRPr>
          </a:p>
        </p:txBody>
      </p:sp>
      <p:sp>
        <p:nvSpPr>
          <p:cNvPr id="749" name="Google Shape;749;p95"/>
          <p:cNvSpPr/>
          <p:nvPr/>
        </p:nvSpPr>
        <p:spPr>
          <a:xfrm>
            <a:off x="3328362" y="1872500"/>
            <a:ext cx="2487300" cy="832200"/>
          </a:xfrm>
          <a:prstGeom prst="roundRect">
            <a:avLst>
              <a:gd fmla="val 16667" name="adj"/>
            </a:avLst>
          </a:prstGeom>
          <a:solidFill>
            <a:schemeClr val="accent3"/>
          </a:solidFill>
          <a:ln cap="flat" cmpd="sng" w="12675">
            <a:solidFill>
              <a:schemeClr val="dk2"/>
            </a:solidFill>
            <a:prstDash val="solid"/>
            <a:round/>
            <a:headEnd len="sm" w="sm" type="none"/>
            <a:tailEnd len="sm" w="sm" type="none"/>
          </a:ln>
        </p:spPr>
        <p:txBody>
          <a:bodyPr anchorCtr="0" anchor="ctr" bIns="121725" lIns="121725" spcFirstLastPara="1" rIns="121725" wrap="square" tIns="121725">
            <a:noAutofit/>
          </a:bodyPr>
          <a:lstStyle/>
          <a:p>
            <a:pPr indent="0" lvl="0" marL="0" rtl="0" algn="ctr">
              <a:lnSpc>
                <a:spcPct val="100000"/>
              </a:lnSpc>
              <a:spcBef>
                <a:spcPts val="0"/>
              </a:spcBef>
              <a:spcAft>
                <a:spcPts val="0"/>
              </a:spcAft>
              <a:buNone/>
            </a:pPr>
            <a:r>
              <a:rPr lang="en" sz="1550">
                <a:latin typeface="Lato"/>
                <a:ea typeface="Lato"/>
                <a:cs typeface="Lato"/>
                <a:sym typeface="Lato"/>
              </a:rPr>
              <a:t>Data Cleaning</a:t>
            </a:r>
            <a:endParaRPr sz="1550">
              <a:latin typeface="Lato"/>
              <a:ea typeface="Lato"/>
              <a:cs typeface="Lato"/>
              <a:sym typeface="Lato"/>
            </a:endParaRPr>
          </a:p>
          <a:p>
            <a:pPr indent="0" lvl="0" marL="0" rtl="0" algn="ctr">
              <a:lnSpc>
                <a:spcPct val="100000"/>
              </a:lnSpc>
              <a:spcBef>
                <a:spcPts val="0"/>
              </a:spcBef>
              <a:spcAft>
                <a:spcPts val="0"/>
              </a:spcAft>
              <a:buNone/>
            </a:pPr>
            <a:r>
              <a:t/>
            </a:r>
            <a:endParaRPr sz="650">
              <a:latin typeface="Lato"/>
              <a:ea typeface="Lato"/>
              <a:cs typeface="Lato"/>
              <a:sym typeface="Lato"/>
            </a:endParaRPr>
          </a:p>
          <a:p>
            <a:pPr indent="0" lvl="0" marL="0" rtl="0" algn="l">
              <a:lnSpc>
                <a:spcPct val="100000"/>
              </a:lnSpc>
              <a:spcBef>
                <a:spcPts val="0"/>
              </a:spcBef>
              <a:spcAft>
                <a:spcPts val="0"/>
              </a:spcAft>
              <a:buNone/>
            </a:pPr>
            <a:r>
              <a:rPr lang="en" sz="950">
                <a:latin typeface="Lato"/>
                <a:ea typeface="Lato"/>
                <a:cs typeface="Lato"/>
                <a:sym typeface="Lato"/>
              </a:rPr>
              <a:t>- </a:t>
            </a:r>
            <a:r>
              <a:rPr lang="en" sz="950">
                <a:latin typeface="Lato"/>
                <a:ea typeface="Lato"/>
                <a:cs typeface="Lato"/>
                <a:sym typeface="Lato"/>
              </a:rPr>
              <a:t>Empty values dropped</a:t>
            </a:r>
            <a:endParaRPr sz="950">
              <a:latin typeface="Lato"/>
              <a:ea typeface="Lato"/>
              <a:cs typeface="Lato"/>
              <a:sym typeface="Lato"/>
            </a:endParaRPr>
          </a:p>
          <a:p>
            <a:pPr indent="0" lvl="0" marL="0" rtl="0" algn="l">
              <a:lnSpc>
                <a:spcPct val="100000"/>
              </a:lnSpc>
              <a:spcBef>
                <a:spcPts val="0"/>
              </a:spcBef>
              <a:spcAft>
                <a:spcPts val="0"/>
              </a:spcAft>
              <a:buNone/>
            </a:pPr>
            <a:r>
              <a:rPr lang="en" sz="950">
                <a:latin typeface="Lato"/>
                <a:ea typeface="Lato"/>
                <a:cs typeface="Lato"/>
                <a:sym typeface="Lato"/>
              </a:rPr>
              <a:t>- Categorical features encoded</a:t>
            </a:r>
            <a:endParaRPr sz="950">
              <a:latin typeface="Lato"/>
              <a:ea typeface="Lato"/>
              <a:cs typeface="Lato"/>
              <a:sym typeface="Lato"/>
            </a:endParaRPr>
          </a:p>
          <a:p>
            <a:pPr indent="0" lvl="0" marL="0" rtl="0" algn="l">
              <a:lnSpc>
                <a:spcPct val="100000"/>
              </a:lnSpc>
              <a:spcBef>
                <a:spcPts val="0"/>
              </a:spcBef>
              <a:spcAft>
                <a:spcPts val="0"/>
              </a:spcAft>
              <a:buNone/>
            </a:pPr>
            <a:r>
              <a:rPr lang="en" sz="950">
                <a:latin typeface="Lato"/>
                <a:ea typeface="Lato"/>
                <a:cs typeface="Lato"/>
                <a:sym typeface="Lato"/>
              </a:rPr>
              <a:t>- Numerical features changed to values </a:t>
            </a:r>
            <a:endParaRPr sz="950">
              <a:latin typeface="Lato"/>
              <a:ea typeface="Lato"/>
              <a:cs typeface="Lato"/>
              <a:sym typeface="Lato"/>
            </a:endParaRPr>
          </a:p>
        </p:txBody>
      </p:sp>
      <p:sp>
        <p:nvSpPr>
          <p:cNvPr id="750" name="Google Shape;750;p95"/>
          <p:cNvSpPr/>
          <p:nvPr/>
        </p:nvSpPr>
        <p:spPr>
          <a:xfrm>
            <a:off x="3328350" y="2788350"/>
            <a:ext cx="2487300" cy="557700"/>
          </a:xfrm>
          <a:prstGeom prst="roundRect">
            <a:avLst>
              <a:gd fmla="val 16667" name="adj"/>
            </a:avLst>
          </a:prstGeom>
          <a:solidFill>
            <a:schemeClr val="accent3"/>
          </a:solidFill>
          <a:ln cap="flat" cmpd="sng" w="12675">
            <a:solidFill>
              <a:schemeClr val="dk2"/>
            </a:solidFill>
            <a:prstDash val="solid"/>
            <a:round/>
            <a:headEnd len="sm" w="sm" type="none"/>
            <a:tailEnd len="sm" w="sm" type="none"/>
          </a:ln>
        </p:spPr>
        <p:txBody>
          <a:bodyPr anchorCtr="0" anchor="ctr" bIns="121725" lIns="121725" spcFirstLastPara="1" rIns="121725" wrap="square" tIns="121725">
            <a:noAutofit/>
          </a:bodyPr>
          <a:lstStyle/>
          <a:p>
            <a:pPr indent="0" lvl="0" marL="0" rtl="0" algn="ctr">
              <a:spcBef>
                <a:spcPts val="0"/>
              </a:spcBef>
              <a:spcAft>
                <a:spcPts val="0"/>
              </a:spcAft>
              <a:buNone/>
            </a:pPr>
            <a:r>
              <a:rPr lang="en" sz="1564">
                <a:latin typeface="Lato"/>
                <a:ea typeface="Lato"/>
                <a:cs typeface="Lato"/>
                <a:sym typeface="Lato"/>
              </a:rPr>
              <a:t>Feature Engineering</a:t>
            </a:r>
            <a:endParaRPr sz="1564">
              <a:latin typeface="Lato"/>
              <a:ea typeface="Lato"/>
              <a:cs typeface="Lato"/>
              <a:sym typeface="Lato"/>
            </a:endParaRPr>
          </a:p>
          <a:p>
            <a:pPr indent="0" lvl="0" marL="0" rtl="0" algn="l">
              <a:spcBef>
                <a:spcPts val="0"/>
              </a:spcBef>
              <a:spcAft>
                <a:spcPts val="0"/>
              </a:spcAft>
              <a:buNone/>
            </a:pPr>
            <a:r>
              <a:rPr lang="en" sz="964">
                <a:latin typeface="Lato"/>
                <a:ea typeface="Lato"/>
                <a:cs typeface="Lato"/>
                <a:sym typeface="Lato"/>
              </a:rPr>
              <a:t>- </a:t>
            </a:r>
            <a:r>
              <a:rPr lang="en" sz="964">
                <a:latin typeface="Lato"/>
                <a:ea typeface="Lato"/>
                <a:cs typeface="Lato"/>
                <a:sym typeface="Lato"/>
              </a:rPr>
              <a:t>Redundant and Dependent features dropped to avoid noise</a:t>
            </a:r>
            <a:endParaRPr sz="964">
              <a:latin typeface="Lato"/>
              <a:ea typeface="Lato"/>
              <a:cs typeface="Lato"/>
              <a:sym typeface="Lato"/>
            </a:endParaRPr>
          </a:p>
        </p:txBody>
      </p:sp>
      <p:sp>
        <p:nvSpPr>
          <p:cNvPr id="751" name="Google Shape;751;p95"/>
          <p:cNvSpPr/>
          <p:nvPr/>
        </p:nvSpPr>
        <p:spPr>
          <a:xfrm>
            <a:off x="3328350" y="3428475"/>
            <a:ext cx="2487300" cy="557700"/>
          </a:xfrm>
          <a:prstGeom prst="roundRect">
            <a:avLst>
              <a:gd fmla="val 16667" name="adj"/>
            </a:avLst>
          </a:prstGeom>
          <a:solidFill>
            <a:schemeClr val="accent3"/>
          </a:solidFill>
          <a:ln cap="flat" cmpd="sng" w="12675">
            <a:solidFill>
              <a:schemeClr val="dk2"/>
            </a:solidFill>
            <a:prstDash val="solid"/>
            <a:round/>
            <a:headEnd len="sm" w="sm" type="none"/>
            <a:tailEnd len="sm" w="sm" type="none"/>
          </a:ln>
        </p:spPr>
        <p:txBody>
          <a:bodyPr anchorCtr="0" anchor="ctr" bIns="121725" lIns="121725" spcFirstLastPara="1" rIns="121725" wrap="square" tIns="121725">
            <a:noAutofit/>
          </a:bodyPr>
          <a:lstStyle/>
          <a:p>
            <a:pPr indent="0" lvl="0" marL="0" rtl="0" algn="ctr">
              <a:spcBef>
                <a:spcPts val="0"/>
              </a:spcBef>
              <a:spcAft>
                <a:spcPts val="0"/>
              </a:spcAft>
              <a:buNone/>
            </a:pPr>
            <a:r>
              <a:rPr lang="en" sz="1564">
                <a:latin typeface="Lato"/>
                <a:ea typeface="Lato"/>
                <a:cs typeface="Lato"/>
                <a:sym typeface="Lato"/>
              </a:rPr>
              <a:t>Train/Test Split</a:t>
            </a:r>
            <a:endParaRPr sz="1564">
              <a:latin typeface="Lato"/>
              <a:ea typeface="Lato"/>
              <a:cs typeface="Lato"/>
              <a:sym typeface="Lato"/>
            </a:endParaRPr>
          </a:p>
          <a:p>
            <a:pPr indent="0" lvl="0" marL="0" rtl="0" algn="l">
              <a:spcBef>
                <a:spcPts val="0"/>
              </a:spcBef>
              <a:spcAft>
                <a:spcPts val="0"/>
              </a:spcAft>
              <a:buNone/>
            </a:pPr>
            <a:r>
              <a:rPr lang="en" sz="964">
                <a:latin typeface="Lato"/>
                <a:ea typeface="Lato"/>
                <a:cs typeface="Lato"/>
                <a:sym typeface="Lato"/>
              </a:rPr>
              <a:t>- </a:t>
            </a:r>
            <a:r>
              <a:rPr lang="en" sz="964">
                <a:latin typeface="Lato"/>
                <a:ea typeface="Lato"/>
                <a:cs typeface="Lato"/>
                <a:sym typeface="Lato"/>
              </a:rPr>
              <a:t>80/20 Training and Test Split across 5 folds</a:t>
            </a:r>
            <a:endParaRPr sz="964">
              <a:latin typeface="Lato"/>
              <a:ea typeface="Lato"/>
              <a:cs typeface="Lato"/>
              <a:sym typeface="Lato"/>
            </a:endParaRPr>
          </a:p>
        </p:txBody>
      </p:sp>
      <p:sp>
        <p:nvSpPr>
          <p:cNvPr id="752" name="Google Shape;752;p95"/>
          <p:cNvSpPr/>
          <p:nvPr/>
        </p:nvSpPr>
        <p:spPr>
          <a:xfrm>
            <a:off x="3328350" y="4068575"/>
            <a:ext cx="2487300" cy="683400"/>
          </a:xfrm>
          <a:prstGeom prst="roundRect">
            <a:avLst>
              <a:gd fmla="val 16667" name="adj"/>
            </a:avLst>
          </a:prstGeom>
          <a:solidFill>
            <a:schemeClr val="accent3"/>
          </a:solidFill>
          <a:ln cap="flat" cmpd="sng" w="12675">
            <a:solidFill>
              <a:schemeClr val="dk2"/>
            </a:solidFill>
            <a:prstDash val="solid"/>
            <a:round/>
            <a:headEnd len="sm" w="sm" type="none"/>
            <a:tailEnd len="sm" w="sm" type="none"/>
          </a:ln>
        </p:spPr>
        <p:txBody>
          <a:bodyPr anchorCtr="0" anchor="ctr" bIns="121725" lIns="121725" spcFirstLastPara="1" rIns="121725" wrap="square" tIns="121725">
            <a:noAutofit/>
          </a:bodyPr>
          <a:lstStyle/>
          <a:p>
            <a:pPr indent="0" lvl="0" marL="0" rtl="0" algn="ctr">
              <a:spcBef>
                <a:spcPts val="0"/>
              </a:spcBef>
              <a:spcAft>
                <a:spcPts val="0"/>
              </a:spcAft>
              <a:buNone/>
            </a:pPr>
            <a:r>
              <a:rPr lang="en" sz="1564">
                <a:latin typeface="Lato"/>
                <a:ea typeface="Lato"/>
                <a:cs typeface="Lato"/>
                <a:sym typeface="Lato"/>
              </a:rPr>
              <a:t>Imbalance Handling (SMOTE)</a:t>
            </a:r>
            <a:endParaRPr sz="1564">
              <a:latin typeface="Lato"/>
              <a:ea typeface="Lato"/>
              <a:cs typeface="Lato"/>
              <a:sym typeface="Lato"/>
            </a:endParaRPr>
          </a:p>
          <a:p>
            <a:pPr indent="0" lvl="0" marL="0" rtl="0" algn="l">
              <a:spcBef>
                <a:spcPts val="0"/>
              </a:spcBef>
              <a:spcAft>
                <a:spcPts val="0"/>
              </a:spcAft>
              <a:buNone/>
            </a:pPr>
            <a:r>
              <a:rPr lang="en" sz="964">
                <a:latin typeface="Lato"/>
                <a:ea typeface="Lato"/>
                <a:cs typeface="Lato"/>
                <a:sym typeface="Lato"/>
              </a:rPr>
              <a:t>- </a:t>
            </a:r>
            <a:r>
              <a:rPr lang="en" sz="964">
                <a:latin typeface="Lato"/>
                <a:ea typeface="Lato"/>
                <a:cs typeface="Lato"/>
                <a:sym typeface="Lato"/>
              </a:rPr>
              <a:t>SMOTE applied to training sets</a:t>
            </a:r>
            <a:endParaRPr sz="964">
              <a:latin typeface="Lato"/>
              <a:ea typeface="Lato"/>
              <a:cs typeface="Lato"/>
              <a:sym typeface="Lato"/>
            </a:endParaRPr>
          </a:p>
        </p:txBody>
      </p:sp>
      <p:sp>
        <p:nvSpPr>
          <p:cNvPr id="753" name="Google Shape;753;p95"/>
          <p:cNvSpPr/>
          <p:nvPr/>
        </p:nvSpPr>
        <p:spPr>
          <a:xfrm>
            <a:off x="6763175" y="1546750"/>
            <a:ext cx="1812300" cy="782400"/>
          </a:xfrm>
          <a:prstGeom prst="roundRect">
            <a:avLst>
              <a:gd fmla="val 16667" name="adj"/>
            </a:avLst>
          </a:prstGeom>
          <a:solidFill>
            <a:schemeClr val="accent3"/>
          </a:solidFill>
          <a:ln cap="flat" cmpd="sng" w="12675">
            <a:solidFill>
              <a:schemeClr val="dk2"/>
            </a:solidFill>
            <a:prstDash val="solid"/>
            <a:round/>
            <a:headEnd len="sm" w="sm" type="none"/>
            <a:tailEnd len="sm" w="sm" type="none"/>
          </a:ln>
        </p:spPr>
        <p:txBody>
          <a:bodyPr anchorCtr="0" anchor="ctr" bIns="121725" lIns="121725" spcFirstLastPara="1" rIns="121725" wrap="square" tIns="121725">
            <a:noAutofit/>
          </a:bodyPr>
          <a:lstStyle/>
          <a:p>
            <a:pPr indent="0" lvl="0" marL="0" rtl="0" algn="ctr">
              <a:spcBef>
                <a:spcPts val="0"/>
              </a:spcBef>
              <a:spcAft>
                <a:spcPts val="0"/>
              </a:spcAft>
              <a:buNone/>
            </a:pPr>
            <a:r>
              <a:rPr lang="en" sz="1564">
                <a:latin typeface="Lato"/>
                <a:ea typeface="Lato"/>
                <a:cs typeface="Lato"/>
                <a:sym typeface="Lato"/>
              </a:rPr>
              <a:t>Model Training</a:t>
            </a:r>
            <a:endParaRPr sz="1564">
              <a:latin typeface="Lato"/>
              <a:ea typeface="Lato"/>
              <a:cs typeface="Lato"/>
              <a:sym typeface="Lato"/>
            </a:endParaRPr>
          </a:p>
          <a:p>
            <a:pPr indent="0" lvl="0" marL="0" rtl="0" algn="l">
              <a:spcBef>
                <a:spcPts val="0"/>
              </a:spcBef>
              <a:spcAft>
                <a:spcPts val="0"/>
              </a:spcAft>
              <a:buNone/>
            </a:pPr>
            <a:r>
              <a:rPr lang="en" sz="964">
                <a:latin typeface="Lato"/>
                <a:ea typeface="Lato"/>
                <a:cs typeface="Lato"/>
                <a:sym typeface="Lato"/>
              </a:rPr>
              <a:t>- </a:t>
            </a:r>
            <a:r>
              <a:rPr lang="en" sz="964">
                <a:latin typeface="Lato"/>
                <a:ea typeface="Lato"/>
                <a:cs typeface="Lato"/>
                <a:sym typeface="Lato"/>
              </a:rPr>
              <a:t>LR, DT, and RF Models trained on testing sets</a:t>
            </a:r>
            <a:endParaRPr sz="964">
              <a:latin typeface="Lato"/>
              <a:ea typeface="Lato"/>
              <a:cs typeface="Lato"/>
              <a:sym typeface="Lato"/>
            </a:endParaRPr>
          </a:p>
        </p:txBody>
      </p:sp>
      <p:sp>
        <p:nvSpPr>
          <p:cNvPr id="754" name="Google Shape;754;p95"/>
          <p:cNvSpPr/>
          <p:nvPr/>
        </p:nvSpPr>
        <p:spPr>
          <a:xfrm>
            <a:off x="6748675" y="2570450"/>
            <a:ext cx="1812300" cy="1070700"/>
          </a:xfrm>
          <a:prstGeom prst="roundRect">
            <a:avLst>
              <a:gd fmla="val 16667" name="adj"/>
            </a:avLst>
          </a:prstGeom>
          <a:solidFill>
            <a:schemeClr val="accent3"/>
          </a:solidFill>
          <a:ln cap="flat" cmpd="sng" w="12675">
            <a:solidFill>
              <a:schemeClr val="dk2"/>
            </a:solidFill>
            <a:prstDash val="solid"/>
            <a:round/>
            <a:headEnd len="sm" w="sm" type="none"/>
            <a:tailEnd len="sm" w="sm" type="none"/>
          </a:ln>
        </p:spPr>
        <p:txBody>
          <a:bodyPr anchorCtr="0" anchor="ctr" bIns="121725" lIns="121725" spcFirstLastPara="1" rIns="121725" wrap="square" tIns="121725">
            <a:noAutofit/>
          </a:bodyPr>
          <a:lstStyle/>
          <a:p>
            <a:pPr indent="0" lvl="0" marL="0" rtl="0" algn="ctr">
              <a:spcBef>
                <a:spcPts val="0"/>
              </a:spcBef>
              <a:spcAft>
                <a:spcPts val="0"/>
              </a:spcAft>
              <a:buNone/>
            </a:pPr>
            <a:r>
              <a:rPr lang="en" sz="1564">
                <a:latin typeface="Lato"/>
                <a:ea typeface="Lato"/>
                <a:cs typeface="Lato"/>
                <a:sym typeface="Lato"/>
              </a:rPr>
              <a:t>Model Evaluation</a:t>
            </a:r>
            <a:endParaRPr sz="1564">
              <a:latin typeface="Lato"/>
              <a:ea typeface="Lato"/>
              <a:cs typeface="Lato"/>
              <a:sym typeface="Lato"/>
            </a:endParaRPr>
          </a:p>
          <a:p>
            <a:pPr indent="0" lvl="0" marL="0" rtl="0" algn="l">
              <a:spcBef>
                <a:spcPts val="0"/>
              </a:spcBef>
              <a:spcAft>
                <a:spcPts val="0"/>
              </a:spcAft>
              <a:buNone/>
            </a:pPr>
            <a:r>
              <a:rPr lang="en" sz="964">
                <a:latin typeface="Lato"/>
                <a:ea typeface="Lato"/>
                <a:cs typeface="Lato"/>
                <a:sym typeface="Lato"/>
              </a:rPr>
              <a:t>- </a:t>
            </a:r>
            <a:r>
              <a:rPr lang="en" sz="964">
                <a:latin typeface="Lato"/>
                <a:ea typeface="Lato"/>
                <a:cs typeface="Lato"/>
                <a:sym typeface="Lato"/>
              </a:rPr>
              <a:t>Comparison of </a:t>
            </a:r>
            <a:r>
              <a:rPr lang="en" sz="964">
                <a:latin typeface="Lato"/>
                <a:ea typeface="Lato"/>
                <a:cs typeface="Lato"/>
                <a:sym typeface="Lato"/>
              </a:rPr>
              <a:t>evaluation</a:t>
            </a:r>
            <a:r>
              <a:rPr lang="en" sz="964">
                <a:latin typeface="Lato"/>
                <a:ea typeface="Lato"/>
                <a:cs typeface="Lato"/>
                <a:sym typeface="Lato"/>
              </a:rPr>
              <a:t> metrics to measure performance</a:t>
            </a:r>
            <a:endParaRPr sz="964">
              <a:latin typeface="Lato"/>
              <a:ea typeface="Lato"/>
              <a:cs typeface="Lato"/>
              <a:sym typeface="Lato"/>
            </a:endParaRPr>
          </a:p>
        </p:txBody>
      </p:sp>
      <p:sp>
        <p:nvSpPr>
          <p:cNvPr id="755" name="Google Shape;755;p95"/>
          <p:cNvSpPr/>
          <p:nvPr/>
        </p:nvSpPr>
        <p:spPr>
          <a:xfrm>
            <a:off x="6763045" y="3882449"/>
            <a:ext cx="1812300" cy="557700"/>
          </a:xfrm>
          <a:prstGeom prst="roundRect">
            <a:avLst>
              <a:gd fmla="val 16667" name="adj"/>
            </a:avLst>
          </a:prstGeom>
          <a:solidFill>
            <a:schemeClr val="accent3"/>
          </a:solidFill>
          <a:ln cap="flat" cmpd="sng" w="12675">
            <a:solidFill>
              <a:schemeClr val="dk2"/>
            </a:solidFill>
            <a:prstDash val="solid"/>
            <a:round/>
            <a:headEnd len="sm" w="sm" type="none"/>
            <a:tailEnd len="sm" w="sm" type="none"/>
          </a:ln>
        </p:spPr>
        <p:txBody>
          <a:bodyPr anchorCtr="0" anchor="ctr" bIns="121725" lIns="121725" spcFirstLastPara="1" rIns="121725" wrap="square" tIns="121725">
            <a:noAutofit/>
          </a:bodyPr>
          <a:lstStyle/>
          <a:p>
            <a:pPr indent="0" lvl="0" marL="0" rtl="0" algn="ctr">
              <a:spcBef>
                <a:spcPts val="0"/>
              </a:spcBef>
              <a:spcAft>
                <a:spcPts val="0"/>
              </a:spcAft>
              <a:buNone/>
            </a:pPr>
            <a:r>
              <a:rPr lang="en" sz="1564">
                <a:latin typeface="Lato"/>
                <a:ea typeface="Lato"/>
                <a:cs typeface="Lato"/>
                <a:sym typeface="Lato"/>
              </a:rPr>
              <a:t>Model Selection</a:t>
            </a:r>
            <a:endParaRPr sz="1564">
              <a:latin typeface="Lato"/>
              <a:ea typeface="Lato"/>
              <a:cs typeface="Lato"/>
              <a:sym typeface="Lato"/>
            </a:endParaRPr>
          </a:p>
          <a:p>
            <a:pPr indent="0" lvl="0" marL="0" rtl="0" algn="ctr">
              <a:spcBef>
                <a:spcPts val="0"/>
              </a:spcBef>
              <a:spcAft>
                <a:spcPts val="0"/>
              </a:spcAft>
              <a:buNone/>
            </a:pPr>
            <a:r>
              <a:rPr lang="en" sz="964">
                <a:latin typeface="Lato"/>
                <a:ea typeface="Lato"/>
                <a:cs typeface="Lato"/>
                <a:sym typeface="Lato"/>
              </a:rPr>
              <a:t>- The model with the best performance is deployed</a:t>
            </a:r>
            <a:endParaRPr sz="964">
              <a:latin typeface="Lato"/>
              <a:ea typeface="Lato"/>
              <a:cs typeface="Lato"/>
              <a:sym typeface="Lato"/>
            </a:endParaRPr>
          </a:p>
        </p:txBody>
      </p:sp>
      <p:cxnSp>
        <p:nvCxnSpPr>
          <p:cNvPr id="756" name="Google Shape;756;p95"/>
          <p:cNvCxnSpPr>
            <a:stCxn id="748" idx="1"/>
            <a:endCxn id="749" idx="1"/>
          </p:cNvCxnSpPr>
          <p:nvPr/>
        </p:nvCxnSpPr>
        <p:spPr>
          <a:xfrm flipH="1">
            <a:off x="3328363" y="1594900"/>
            <a:ext cx="155100" cy="693600"/>
          </a:xfrm>
          <a:prstGeom prst="bentConnector3">
            <a:avLst>
              <a:gd fmla="val 212532" name="adj1"/>
            </a:avLst>
          </a:prstGeom>
          <a:noFill/>
          <a:ln cap="flat" cmpd="sng" w="9525">
            <a:solidFill>
              <a:srgbClr val="1B786F"/>
            </a:solidFill>
            <a:prstDash val="solid"/>
            <a:round/>
            <a:headEnd len="med" w="med" type="none"/>
            <a:tailEnd len="med" w="med" type="triangle"/>
          </a:ln>
        </p:spPr>
      </p:cxnSp>
      <p:cxnSp>
        <p:nvCxnSpPr>
          <p:cNvPr id="757" name="Google Shape;757;p95"/>
          <p:cNvCxnSpPr>
            <a:stCxn id="749" idx="1"/>
            <a:endCxn id="750" idx="1"/>
          </p:cNvCxnSpPr>
          <p:nvPr/>
        </p:nvCxnSpPr>
        <p:spPr>
          <a:xfrm>
            <a:off x="3328362" y="2288600"/>
            <a:ext cx="600" cy="778500"/>
          </a:xfrm>
          <a:prstGeom prst="bentConnector3">
            <a:avLst>
              <a:gd fmla="val -29089574" name="adj1"/>
            </a:avLst>
          </a:prstGeom>
          <a:noFill/>
          <a:ln cap="flat" cmpd="sng" w="9525">
            <a:solidFill>
              <a:srgbClr val="1B786F"/>
            </a:solidFill>
            <a:prstDash val="solid"/>
            <a:round/>
            <a:headEnd len="med" w="med" type="none"/>
            <a:tailEnd len="med" w="med" type="triangle"/>
          </a:ln>
        </p:spPr>
      </p:cxnSp>
      <p:cxnSp>
        <p:nvCxnSpPr>
          <p:cNvPr id="758" name="Google Shape;758;p95"/>
          <p:cNvCxnSpPr>
            <a:stCxn id="750" idx="1"/>
            <a:endCxn id="751" idx="1"/>
          </p:cNvCxnSpPr>
          <p:nvPr/>
        </p:nvCxnSpPr>
        <p:spPr>
          <a:xfrm>
            <a:off x="3328350" y="3067200"/>
            <a:ext cx="600" cy="640200"/>
          </a:xfrm>
          <a:prstGeom prst="bentConnector3">
            <a:avLst>
              <a:gd fmla="val -30850000" name="adj1"/>
            </a:avLst>
          </a:prstGeom>
          <a:noFill/>
          <a:ln cap="flat" cmpd="sng" w="9525">
            <a:solidFill>
              <a:srgbClr val="1B786F"/>
            </a:solidFill>
            <a:prstDash val="solid"/>
            <a:round/>
            <a:headEnd len="med" w="med" type="none"/>
            <a:tailEnd len="med" w="med" type="triangle"/>
          </a:ln>
        </p:spPr>
      </p:cxnSp>
      <p:cxnSp>
        <p:nvCxnSpPr>
          <p:cNvPr id="759" name="Google Shape;759;p95"/>
          <p:cNvCxnSpPr>
            <a:stCxn id="751" idx="1"/>
            <a:endCxn id="752" idx="1"/>
          </p:cNvCxnSpPr>
          <p:nvPr/>
        </p:nvCxnSpPr>
        <p:spPr>
          <a:xfrm>
            <a:off x="3328350" y="3707325"/>
            <a:ext cx="600" cy="702900"/>
          </a:xfrm>
          <a:prstGeom prst="bentConnector3">
            <a:avLst>
              <a:gd fmla="val -32612500" name="adj1"/>
            </a:avLst>
          </a:prstGeom>
          <a:noFill/>
          <a:ln cap="flat" cmpd="sng" w="9525">
            <a:solidFill>
              <a:srgbClr val="1B786F"/>
            </a:solidFill>
            <a:prstDash val="solid"/>
            <a:round/>
            <a:headEnd len="med" w="med" type="none"/>
            <a:tailEnd len="med" w="med" type="triangle"/>
          </a:ln>
        </p:spPr>
      </p:cxnSp>
      <p:cxnSp>
        <p:nvCxnSpPr>
          <p:cNvPr id="760" name="Google Shape;760;p95"/>
          <p:cNvCxnSpPr>
            <a:stCxn id="753" idx="1"/>
            <a:endCxn id="754" idx="1"/>
          </p:cNvCxnSpPr>
          <p:nvPr/>
        </p:nvCxnSpPr>
        <p:spPr>
          <a:xfrm flipH="1">
            <a:off x="6748775" y="1937950"/>
            <a:ext cx="14400" cy="1167900"/>
          </a:xfrm>
          <a:prstGeom prst="bentConnector3">
            <a:avLst>
              <a:gd fmla="val 737847" name="adj1"/>
            </a:avLst>
          </a:prstGeom>
          <a:noFill/>
          <a:ln cap="flat" cmpd="sng" w="9525">
            <a:solidFill>
              <a:srgbClr val="1B786F"/>
            </a:solidFill>
            <a:prstDash val="solid"/>
            <a:round/>
            <a:headEnd len="med" w="med" type="none"/>
            <a:tailEnd len="med" w="med" type="triangle"/>
          </a:ln>
        </p:spPr>
      </p:cxnSp>
      <p:cxnSp>
        <p:nvCxnSpPr>
          <p:cNvPr id="761" name="Google Shape;761;p95"/>
          <p:cNvCxnSpPr>
            <a:stCxn id="754" idx="1"/>
            <a:endCxn id="755" idx="1"/>
          </p:cNvCxnSpPr>
          <p:nvPr/>
        </p:nvCxnSpPr>
        <p:spPr>
          <a:xfrm>
            <a:off x="6748675" y="3105800"/>
            <a:ext cx="14400" cy="1055400"/>
          </a:xfrm>
          <a:prstGeom prst="bentConnector3">
            <a:avLst>
              <a:gd fmla="val -637153" name="adj1"/>
            </a:avLst>
          </a:prstGeom>
          <a:noFill/>
          <a:ln cap="flat" cmpd="sng" w="9525">
            <a:solidFill>
              <a:srgbClr val="1B786F"/>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96"/>
          <p:cNvSpPr txBox="1"/>
          <p:nvPr>
            <p:ph type="title"/>
          </p:nvPr>
        </p:nvSpPr>
        <p:spPr>
          <a:xfrm>
            <a:off x="311700" y="1590000"/>
            <a:ext cx="8520600" cy="196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Demo</a:t>
            </a:r>
            <a:endParaRPr/>
          </a:p>
        </p:txBody>
      </p:sp>
      <p:sp>
        <p:nvSpPr>
          <p:cNvPr id="767" name="Google Shape;767;p9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sz="1300"/>
              <a:t>‹#›</a:t>
            </a:fld>
            <a:endParaRPr sz="1300"/>
          </a:p>
        </p:txBody>
      </p:sp>
      <p:cxnSp>
        <p:nvCxnSpPr>
          <p:cNvPr id="768" name="Google Shape;768;p96"/>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769" name="Google Shape;769;p96"/>
          <p:cNvCxnSpPr/>
          <p:nvPr/>
        </p:nvCxnSpPr>
        <p:spPr>
          <a:xfrm rot="10800000">
            <a:off x="285000" y="4815950"/>
            <a:ext cx="85740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97"/>
          <p:cNvSpPr/>
          <p:nvPr/>
        </p:nvSpPr>
        <p:spPr>
          <a:xfrm>
            <a:off x="6231972" y="1809430"/>
            <a:ext cx="2500500" cy="186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775" name="Google Shape;775;p97"/>
          <p:cNvSpPr/>
          <p:nvPr/>
        </p:nvSpPr>
        <p:spPr>
          <a:xfrm>
            <a:off x="3257082" y="1781889"/>
            <a:ext cx="2500500" cy="186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776" name="Google Shape;776;p9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777" name="Google Shape;777;p97"/>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778" name="Google Shape;778;p97"/>
          <p:cNvCxnSpPr/>
          <p:nvPr/>
        </p:nvCxnSpPr>
        <p:spPr>
          <a:xfrm rot="10800000">
            <a:off x="285000" y="4815950"/>
            <a:ext cx="8574000" cy="0"/>
          </a:xfrm>
          <a:prstGeom prst="straightConnector1">
            <a:avLst/>
          </a:prstGeom>
          <a:noFill/>
          <a:ln cap="flat" cmpd="sng" w="9525">
            <a:solidFill>
              <a:schemeClr val="lt2"/>
            </a:solidFill>
            <a:prstDash val="solid"/>
            <a:round/>
            <a:headEnd len="med" w="med" type="none"/>
            <a:tailEnd len="med" w="med" type="none"/>
          </a:ln>
        </p:spPr>
      </p:cxnSp>
      <p:sp>
        <p:nvSpPr>
          <p:cNvPr id="779" name="Google Shape;779;p97"/>
          <p:cNvSpPr txBox="1"/>
          <p:nvPr>
            <p:ph type="title"/>
          </p:nvPr>
        </p:nvSpPr>
        <p:spPr>
          <a:xfrm>
            <a:off x="285000" y="263250"/>
            <a:ext cx="85740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Comparing values</a:t>
            </a:r>
            <a:endParaRPr/>
          </a:p>
        </p:txBody>
      </p:sp>
      <p:sp>
        <p:nvSpPr>
          <p:cNvPr id="780" name="Google Shape;780;p97"/>
          <p:cNvSpPr txBox="1"/>
          <p:nvPr>
            <p:ph idx="1" type="subTitle"/>
          </p:nvPr>
        </p:nvSpPr>
        <p:spPr>
          <a:xfrm>
            <a:off x="276075" y="1194000"/>
            <a:ext cx="4992600" cy="534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Comparing each model </a:t>
            </a:r>
            <a:r>
              <a:rPr lang="en"/>
              <a:t>performance</a:t>
            </a:r>
            <a:endParaRPr/>
          </a:p>
        </p:txBody>
      </p:sp>
      <p:sp>
        <p:nvSpPr>
          <p:cNvPr id="781" name="Google Shape;781;p97"/>
          <p:cNvSpPr/>
          <p:nvPr/>
        </p:nvSpPr>
        <p:spPr>
          <a:xfrm>
            <a:off x="228600" y="1755113"/>
            <a:ext cx="2500500" cy="186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pic>
        <p:nvPicPr>
          <p:cNvPr id="782" name="Google Shape;782;p97"/>
          <p:cNvPicPr preferRelativeResize="0"/>
          <p:nvPr/>
        </p:nvPicPr>
        <p:blipFill>
          <a:blip r:embed="rId3">
            <a:alphaModFix/>
          </a:blip>
          <a:stretch>
            <a:fillRect/>
          </a:stretch>
        </p:blipFill>
        <p:spPr>
          <a:xfrm>
            <a:off x="345375" y="1843950"/>
            <a:ext cx="2266950" cy="1685925"/>
          </a:xfrm>
          <a:prstGeom prst="rect">
            <a:avLst/>
          </a:prstGeom>
          <a:noFill/>
          <a:ln>
            <a:noFill/>
          </a:ln>
        </p:spPr>
      </p:pic>
      <p:pic>
        <p:nvPicPr>
          <p:cNvPr id="783" name="Google Shape;783;p97"/>
          <p:cNvPicPr preferRelativeResize="0"/>
          <p:nvPr/>
        </p:nvPicPr>
        <p:blipFill>
          <a:blip r:embed="rId4">
            <a:alphaModFix/>
          </a:blip>
          <a:stretch>
            <a:fillRect/>
          </a:stretch>
        </p:blipFill>
        <p:spPr>
          <a:xfrm>
            <a:off x="3367763" y="1885825"/>
            <a:ext cx="2314575" cy="1695450"/>
          </a:xfrm>
          <a:prstGeom prst="rect">
            <a:avLst/>
          </a:prstGeom>
          <a:noFill/>
          <a:ln>
            <a:noFill/>
          </a:ln>
        </p:spPr>
      </p:pic>
      <p:pic>
        <p:nvPicPr>
          <p:cNvPr id="784" name="Google Shape;784;p97"/>
          <p:cNvPicPr preferRelativeResize="0"/>
          <p:nvPr/>
        </p:nvPicPr>
        <p:blipFill>
          <a:blip r:embed="rId5">
            <a:alphaModFix/>
          </a:blip>
          <a:stretch>
            <a:fillRect/>
          </a:stretch>
        </p:blipFill>
        <p:spPr>
          <a:xfrm>
            <a:off x="6375538" y="1930725"/>
            <a:ext cx="2181225" cy="1647825"/>
          </a:xfrm>
          <a:prstGeom prst="rect">
            <a:avLst/>
          </a:prstGeom>
          <a:noFill/>
          <a:ln>
            <a:noFill/>
          </a:ln>
        </p:spPr>
      </p:pic>
      <p:sp>
        <p:nvSpPr>
          <p:cNvPr id="785" name="Google Shape;785;p97"/>
          <p:cNvSpPr/>
          <p:nvPr/>
        </p:nvSpPr>
        <p:spPr>
          <a:xfrm>
            <a:off x="49575" y="1396725"/>
            <a:ext cx="453000" cy="534000"/>
          </a:xfrm>
          <a:prstGeom prst="star5">
            <a:avLst>
              <a:gd fmla="val 19098" name="adj"/>
              <a:gd fmla="val 105146" name="hf"/>
              <a:gd fmla="val 110557" name="vf"/>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98"/>
          <p:cNvSpPr txBox="1"/>
          <p:nvPr>
            <p:ph type="title"/>
          </p:nvPr>
        </p:nvSpPr>
        <p:spPr>
          <a:xfrm>
            <a:off x="285000" y="26325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Final Results</a:t>
            </a:r>
            <a:endParaRPr/>
          </a:p>
        </p:txBody>
      </p:sp>
      <p:sp>
        <p:nvSpPr>
          <p:cNvPr id="791" name="Google Shape;791;p98"/>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792" name="Google Shape;792;p98"/>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793" name="Google Shape;793;p98"/>
          <p:cNvCxnSpPr/>
          <p:nvPr/>
        </p:nvCxnSpPr>
        <p:spPr>
          <a:xfrm rot="10800000">
            <a:off x="285000" y="4815950"/>
            <a:ext cx="8574000" cy="0"/>
          </a:xfrm>
          <a:prstGeom prst="straightConnector1">
            <a:avLst/>
          </a:prstGeom>
          <a:noFill/>
          <a:ln cap="flat" cmpd="sng" w="9525">
            <a:solidFill>
              <a:schemeClr val="lt2"/>
            </a:solidFill>
            <a:prstDash val="solid"/>
            <a:round/>
            <a:headEnd len="med" w="med" type="none"/>
            <a:tailEnd len="med" w="med" type="none"/>
          </a:ln>
        </p:spPr>
      </p:cxnSp>
      <p:sp>
        <p:nvSpPr>
          <p:cNvPr id="794" name="Google Shape;794;p98"/>
          <p:cNvSpPr txBox="1"/>
          <p:nvPr/>
        </p:nvSpPr>
        <p:spPr>
          <a:xfrm>
            <a:off x="4572000" y="1001775"/>
            <a:ext cx="4287000" cy="3723000"/>
          </a:xfrm>
          <a:prstGeom prst="rect">
            <a:avLst/>
          </a:prstGeom>
          <a:noFill/>
          <a:ln>
            <a:noFill/>
          </a:ln>
        </p:spPr>
        <p:txBody>
          <a:bodyPr anchorCtr="0" anchor="t" bIns="91425" lIns="91425" spcFirstLastPara="1" rIns="91425" wrap="square" tIns="91425">
            <a:noAutofit/>
          </a:bodyPr>
          <a:lstStyle/>
          <a:p>
            <a:pPr indent="-323850" lvl="0" marL="457200" rtl="0" algn="l">
              <a:lnSpc>
                <a:spcPct val="200000"/>
              </a:lnSpc>
              <a:spcBef>
                <a:spcPts val="1200"/>
              </a:spcBef>
              <a:spcAft>
                <a:spcPts val="0"/>
              </a:spcAft>
              <a:buSzPts val="1500"/>
              <a:buFont typeface="Times New Roman"/>
              <a:buChar char="●"/>
            </a:pPr>
            <a:r>
              <a:t/>
            </a:r>
            <a:endParaRPr sz="1500">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rgbClr val="1C2026"/>
              </a:solidFill>
              <a:latin typeface="Lato"/>
              <a:ea typeface="Lato"/>
              <a:cs typeface="Lato"/>
              <a:sym typeface="Lato"/>
            </a:endParaRPr>
          </a:p>
        </p:txBody>
      </p:sp>
      <p:pic>
        <p:nvPicPr>
          <p:cNvPr id="795" name="Google Shape;795;p98"/>
          <p:cNvPicPr preferRelativeResize="0"/>
          <p:nvPr/>
        </p:nvPicPr>
        <p:blipFill>
          <a:blip r:embed="rId3">
            <a:alphaModFix/>
          </a:blip>
          <a:stretch>
            <a:fillRect/>
          </a:stretch>
        </p:blipFill>
        <p:spPr>
          <a:xfrm>
            <a:off x="953575" y="994288"/>
            <a:ext cx="2752450" cy="3586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99"/>
          <p:cNvSpPr txBox="1"/>
          <p:nvPr>
            <p:ph type="title"/>
          </p:nvPr>
        </p:nvSpPr>
        <p:spPr>
          <a:xfrm>
            <a:off x="285000" y="26325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Analysis of Results</a:t>
            </a:r>
            <a:endParaRPr/>
          </a:p>
        </p:txBody>
      </p:sp>
      <p:sp>
        <p:nvSpPr>
          <p:cNvPr id="801" name="Google Shape;801;p99"/>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802" name="Google Shape;802;p99"/>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803" name="Google Shape;803;p99"/>
          <p:cNvCxnSpPr/>
          <p:nvPr/>
        </p:nvCxnSpPr>
        <p:spPr>
          <a:xfrm rot="10800000">
            <a:off x="285000" y="4815950"/>
            <a:ext cx="8574000" cy="0"/>
          </a:xfrm>
          <a:prstGeom prst="straightConnector1">
            <a:avLst/>
          </a:prstGeom>
          <a:noFill/>
          <a:ln cap="flat" cmpd="sng" w="9525">
            <a:solidFill>
              <a:schemeClr val="lt2"/>
            </a:solidFill>
            <a:prstDash val="solid"/>
            <a:round/>
            <a:headEnd len="med" w="med" type="none"/>
            <a:tailEnd len="med" w="med" type="none"/>
          </a:ln>
        </p:spPr>
      </p:cxnSp>
      <p:sp>
        <p:nvSpPr>
          <p:cNvPr id="804" name="Google Shape;804;p99"/>
          <p:cNvSpPr txBox="1"/>
          <p:nvPr/>
        </p:nvSpPr>
        <p:spPr>
          <a:xfrm>
            <a:off x="344050" y="1001775"/>
            <a:ext cx="8514900" cy="414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lang="en" sz="1900">
                <a:latin typeface="Times New Roman"/>
                <a:ea typeface="Times New Roman"/>
                <a:cs typeface="Times New Roman"/>
                <a:sym typeface="Times New Roman"/>
              </a:rPr>
              <a:t>The model used was better at </a:t>
            </a:r>
            <a:r>
              <a:rPr lang="en" sz="1900">
                <a:latin typeface="Times New Roman"/>
                <a:ea typeface="Times New Roman"/>
                <a:cs typeface="Times New Roman"/>
                <a:sym typeface="Times New Roman"/>
              </a:rPr>
              <a:t>finding</a:t>
            </a:r>
            <a:r>
              <a:rPr lang="en" sz="1900">
                <a:latin typeface="Times New Roman"/>
                <a:ea typeface="Times New Roman"/>
                <a:cs typeface="Times New Roman"/>
                <a:sym typeface="Times New Roman"/>
              </a:rPr>
              <a:t> churn risk customers than avoiding false alerts</a:t>
            </a:r>
            <a:endParaRPr sz="1900">
              <a:latin typeface="Times New Roman"/>
              <a:ea typeface="Times New Roman"/>
              <a:cs typeface="Times New Roman"/>
              <a:sym typeface="Times New Roman"/>
            </a:endParaRPr>
          </a:p>
          <a:p>
            <a:pPr indent="-349250" lvl="0" marL="457200" rtl="0" algn="l">
              <a:lnSpc>
                <a:spcPct val="100000"/>
              </a:lnSpc>
              <a:spcBef>
                <a:spcPts val="1200"/>
              </a:spcBef>
              <a:spcAft>
                <a:spcPts val="0"/>
              </a:spcAft>
              <a:buSzPts val="1900"/>
              <a:buFont typeface="Times New Roman"/>
              <a:buChar char="-"/>
            </a:pPr>
            <a:r>
              <a:rPr lang="en" sz="1900">
                <a:latin typeface="Times New Roman"/>
                <a:ea typeface="Times New Roman"/>
                <a:cs typeface="Times New Roman"/>
                <a:sym typeface="Times New Roman"/>
              </a:rPr>
              <a:t>Logististics Regression was tested after cleaning, encoding, scaling, and </a:t>
            </a:r>
            <a:r>
              <a:rPr lang="en" sz="1900">
                <a:latin typeface="Times New Roman"/>
                <a:ea typeface="Times New Roman"/>
                <a:cs typeface="Times New Roman"/>
                <a:sym typeface="Times New Roman"/>
              </a:rPr>
              <a:t>applying SMOTE</a:t>
            </a:r>
            <a:endParaRPr sz="1900">
              <a:latin typeface="Times New Roman"/>
              <a:ea typeface="Times New Roman"/>
              <a:cs typeface="Times New Roman"/>
              <a:sym typeface="Times New Roman"/>
            </a:endParaRPr>
          </a:p>
          <a:p>
            <a:pPr indent="-349250" lvl="0" marL="457200" rtl="0" algn="l">
              <a:lnSpc>
                <a:spcPct val="100000"/>
              </a:lnSpc>
              <a:spcBef>
                <a:spcPts val="0"/>
              </a:spcBef>
              <a:spcAft>
                <a:spcPts val="0"/>
              </a:spcAft>
              <a:buSzPts val="1900"/>
              <a:buFont typeface="Times New Roman"/>
              <a:buChar char="-"/>
            </a:pPr>
            <a:r>
              <a:rPr lang="en" sz="1900">
                <a:latin typeface="Times New Roman"/>
                <a:ea typeface="Times New Roman"/>
                <a:cs typeface="Times New Roman"/>
                <a:sym typeface="Times New Roman"/>
              </a:rPr>
              <a:t>Accuracy: 72.6%</a:t>
            </a:r>
            <a:endParaRPr sz="1900">
              <a:latin typeface="Times New Roman"/>
              <a:ea typeface="Times New Roman"/>
              <a:cs typeface="Times New Roman"/>
              <a:sym typeface="Times New Roman"/>
            </a:endParaRPr>
          </a:p>
          <a:p>
            <a:pPr indent="-349250" lvl="0" marL="457200" rtl="0" algn="l">
              <a:lnSpc>
                <a:spcPct val="100000"/>
              </a:lnSpc>
              <a:spcBef>
                <a:spcPts val="0"/>
              </a:spcBef>
              <a:spcAft>
                <a:spcPts val="0"/>
              </a:spcAft>
              <a:buSzPts val="1900"/>
              <a:buFont typeface="Times New Roman"/>
              <a:buChar char="-"/>
            </a:pPr>
            <a:r>
              <a:rPr lang="en" sz="1900">
                <a:latin typeface="Times New Roman"/>
                <a:ea typeface="Times New Roman"/>
                <a:cs typeface="Times New Roman"/>
                <a:sym typeface="Times New Roman"/>
              </a:rPr>
              <a:t>Precision: 49.1%</a:t>
            </a:r>
            <a:endParaRPr sz="1900">
              <a:latin typeface="Times New Roman"/>
              <a:ea typeface="Times New Roman"/>
              <a:cs typeface="Times New Roman"/>
              <a:sym typeface="Times New Roman"/>
            </a:endParaRPr>
          </a:p>
          <a:p>
            <a:pPr indent="-349250" lvl="0" marL="457200" rtl="0" algn="l">
              <a:lnSpc>
                <a:spcPct val="100000"/>
              </a:lnSpc>
              <a:spcBef>
                <a:spcPts val="0"/>
              </a:spcBef>
              <a:spcAft>
                <a:spcPts val="0"/>
              </a:spcAft>
              <a:buSzPts val="1900"/>
              <a:buFont typeface="Times New Roman"/>
              <a:buChar char="-"/>
            </a:pPr>
            <a:r>
              <a:rPr lang="en" sz="1900">
                <a:latin typeface="Times New Roman"/>
                <a:ea typeface="Times New Roman"/>
                <a:cs typeface="Times New Roman"/>
                <a:sym typeface="Times New Roman"/>
              </a:rPr>
              <a:t>Recall: 76.2%</a:t>
            </a:r>
            <a:endParaRPr sz="1900">
              <a:latin typeface="Times New Roman"/>
              <a:ea typeface="Times New Roman"/>
              <a:cs typeface="Times New Roman"/>
              <a:sym typeface="Times New Roman"/>
            </a:endParaRPr>
          </a:p>
          <a:p>
            <a:pPr indent="-349250" lvl="0" marL="457200" rtl="0" algn="l">
              <a:lnSpc>
                <a:spcPct val="100000"/>
              </a:lnSpc>
              <a:spcBef>
                <a:spcPts val="0"/>
              </a:spcBef>
              <a:spcAft>
                <a:spcPts val="0"/>
              </a:spcAft>
              <a:buSzPts val="1900"/>
              <a:buFont typeface="Times New Roman"/>
              <a:buChar char="-"/>
            </a:pPr>
            <a:r>
              <a:rPr lang="en" sz="1900">
                <a:latin typeface="Times New Roman"/>
                <a:ea typeface="Times New Roman"/>
                <a:cs typeface="Times New Roman"/>
                <a:sym typeface="Times New Roman"/>
              </a:rPr>
              <a:t>F1 Score: 59.6%</a:t>
            </a:r>
            <a:endParaRPr sz="19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 sz="1900"/>
              <a:t>The model caught many customers who were likely to churn, but it also incorrectly flagged some customers who did not churn. For a retention project, this is still useful because missing a churn customer can be more costly than sending extra retention offers.</a:t>
            </a:r>
            <a:endParaRPr sz="2700">
              <a:latin typeface="Times New Roman"/>
              <a:ea typeface="Times New Roman"/>
              <a:cs typeface="Times New Roman"/>
              <a:sym typeface="Times New Roman"/>
            </a:endParaRPr>
          </a:p>
          <a:p>
            <a:pPr indent="0" lvl="0" marL="457200" rtl="0" algn="l">
              <a:lnSpc>
                <a:spcPct val="200000"/>
              </a:lnSpc>
              <a:spcBef>
                <a:spcPts val="1200"/>
              </a:spcBef>
              <a:spcAft>
                <a:spcPts val="1200"/>
              </a:spcAft>
              <a:buNone/>
            </a:pPr>
            <a:r>
              <a:t/>
            </a:r>
            <a:endParaRPr b="1" i="1" sz="22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00"/>
          <p:cNvSpPr txBox="1"/>
          <p:nvPr>
            <p:ph type="title"/>
          </p:nvPr>
        </p:nvSpPr>
        <p:spPr>
          <a:xfrm>
            <a:off x="285000" y="26325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Notable Experiences</a:t>
            </a:r>
            <a:endParaRPr/>
          </a:p>
        </p:txBody>
      </p:sp>
      <p:sp>
        <p:nvSpPr>
          <p:cNvPr id="810" name="Google Shape;810;p100"/>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811" name="Google Shape;811;p100"/>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812" name="Google Shape;812;p100"/>
          <p:cNvCxnSpPr/>
          <p:nvPr/>
        </p:nvCxnSpPr>
        <p:spPr>
          <a:xfrm rot="10800000">
            <a:off x="285000" y="4815950"/>
            <a:ext cx="8574000" cy="0"/>
          </a:xfrm>
          <a:prstGeom prst="straightConnector1">
            <a:avLst/>
          </a:prstGeom>
          <a:noFill/>
          <a:ln cap="flat" cmpd="sng" w="9525">
            <a:solidFill>
              <a:schemeClr val="lt2"/>
            </a:solidFill>
            <a:prstDash val="solid"/>
            <a:round/>
            <a:headEnd len="med" w="med" type="none"/>
            <a:tailEnd len="med" w="med" type="none"/>
          </a:ln>
        </p:spPr>
      </p:cxnSp>
      <p:sp>
        <p:nvSpPr>
          <p:cNvPr id="813" name="Google Shape;813;p100"/>
          <p:cNvSpPr txBox="1"/>
          <p:nvPr/>
        </p:nvSpPr>
        <p:spPr>
          <a:xfrm>
            <a:off x="344050" y="1001775"/>
            <a:ext cx="8514900" cy="372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latin typeface="Times New Roman"/>
                <a:ea typeface="Times New Roman"/>
                <a:cs typeface="Times New Roman"/>
                <a:sym typeface="Times New Roman"/>
              </a:rPr>
              <a:t>One Major </a:t>
            </a:r>
            <a:r>
              <a:rPr b="1" lang="en" sz="2200">
                <a:latin typeface="Times New Roman"/>
                <a:ea typeface="Times New Roman"/>
                <a:cs typeface="Times New Roman"/>
                <a:sym typeface="Times New Roman"/>
              </a:rPr>
              <a:t>challenge</a:t>
            </a:r>
            <a:r>
              <a:rPr b="1" lang="en" sz="2200">
                <a:latin typeface="Times New Roman"/>
                <a:ea typeface="Times New Roman"/>
                <a:cs typeface="Times New Roman"/>
                <a:sym typeface="Times New Roman"/>
              </a:rPr>
              <a:t> was </a:t>
            </a:r>
            <a:r>
              <a:rPr b="1" lang="en" sz="2200">
                <a:latin typeface="Times New Roman"/>
                <a:ea typeface="Times New Roman"/>
                <a:cs typeface="Times New Roman"/>
                <a:sym typeface="Times New Roman"/>
              </a:rPr>
              <a:t>preparing</a:t>
            </a:r>
            <a:r>
              <a:rPr b="1" lang="en" sz="2200">
                <a:latin typeface="Times New Roman"/>
                <a:ea typeface="Times New Roman"/>
                <a:cs typeface="Times New Roman"/>
                <a:sym typeface="Times New Roman"/>
              </a:rPr>
              <a:t> the dataset for machine learning</a:t>
            </a:r>
            <a:endParaRPr b="1" sz="2200">
              <a:latin typeface="Times New Roman"/>
              <a:ea typeface="Times New Roman"/>
              <a:cs typeface="Times New Roman"/>
              <a:sym typeface="Times New Roman"/>
            </a:endParaRPr>
          </a:p>
          <a:p>
            <a:pPr indent="0" lvl="0" marL="0" rtl="0" algn="l">
              <a:spcBef>
                <a:spcPts val="0"/>
              </a:spcBef>
              <a:spcAft>
                <a:spcPts val="0"/>
              </a:spcAft>
              <a:buNone/>
            </a:pPr>
            <a:r>
              <a:t/>
            </a:r>
            <a:endParaRPr sz="1600">
              <a:latin typeface="Times New Roman"/>
              <a:ea typeface="Times New Roman"/>
              <a:cs typeface="Times New Roman"/>
              <a:sym typeface="Times New Roman"/>
            </a:endParaRPr>
          </a:p>
          <a:p>
            <a:pPr indent="0" lvl="0" marL="0" rtl="0" algn="l">
              <a:spcBef>
                <a:spcPts val="0"/>
              </a:spcBef>
              <a:spcAft>
                <a:spcPts val="0"/>
              </a:spcAft>
              <a:buNone/>
            </a:pPr>
            <a:r>
              <a:rPr lang="en" sz="1600">
                <a:latin typeface="Times New Roman"/>
                <a:ea typeface="Times New Roman"/>
                <a:cs typeface="Times New Roman"/>
                <a:sym typeface="Times New Roman"/>
              </a:rPr>
              <a:t>• Many columns used word-based categories like “Yes/No”, contract type, internet service, and payment method.</a:t>
            </a:r>
            <a:endParaRPr sz="1600">
              <a:latin typeface="Times New Roman"/>
              <a:ea typeface="Times New Roman"/>
              <a:cs typeface="Times New Roman"/>
              <a:sym typeface="Times New Roman"/>
            </a:endParaRPr>
          </a:p>
          <a:p>
            <a:pPr indent="0" lvl="0" marL="0" rtl="0" algn="l">
              <a:spcBef>
                <a:spcPts val="0"/>
              </a:spcBef>
              <a:spcAft>
                <a:spcPts val="0"/>
              </a:spcAft>
              <a:buNone/>
            </a:pPr>
            <a:r>
              <a:rPr lang="en" sz="1600">
                <a:latin typeface="Times New Roman"/>
                <a:ea typeface="Times New Roman"/>
                <a:cs typeface="Times New Roman"/>
                <a:sym typeface="Times New Roman"/>
              </a:rPr>
              <a:t>• The TotalCharges column also had to be converted into numerical form and cleaned before training.</a:t>
            </a:r>
            <a:endParaRPr sz="1600">
              <a:latin typeface="Times New Roman"/>
              <a:ea typeface="Times New Roman"/>
              <a:cs typeface="Times New Roman"/>
              <a:sym typeface="Times New Roman"/>
            </a:endParaRPr>
          </a:p>
          <a:p>
            <a:pPr indent="0" lvl="0" marL="0" rtl="0" algn="l">
              <a:spcBef>
                <a:spcPts val="0"/>
              </a:spcBef>
              <a:spcAft>
                <a:spcPts val="0"/>
              </a:spcAft>
              <a:buNone/>
            </a:pPr>
            <a:r>
              <a:rPr lang="en" sz="1600">
                <a:latin typeface="Times New Roman"/>
                <a:ea typeface="Times New Roman"/>
                <a:cs typeface="Times New Roman"/>
                <a:sym typeface="Times New Roman"/>
              </a:rPr>
              <a:t>• The dataset was imbalanced because most customers did not churn, so accuracy alone was not enough to judge the model.</a:t>
            </a:r>
            <a:endParaRPr sz="1600">
              <a:latin typeface="Times New Roman"/>
              <a:ea typeface="Times New Roman"/>
              <a:cs typeface="Times New Roman"/>
              <a:sym typeface="Times New Roman"/>
            </a:endParaRPr>
          </a:p>
          <a:p>
            <a:pPr indent="0" lvl="0" marL="0" rtl="0" algn="l">
              <a:spcBef>
                <a:spcPts val="0"/>
              </a:spcBef>
              <a:spcAft>
                <a:spcPts val="0"/>
              </a:spcAft>
              <a:buNone/>
            </a:pPr>
            <a:r>
              <a:rPr lang="en" sz="1600">
                <a:latin typeface="Times New Roman"/>
                <a:ea typeface="Times New Roman"/>
                <a:cs typeface="Times New Roman"/>
                <a:sym typeface="Times New Roman"/>
              </a:rPr>
              <a:t>• Our group used metrics like recall, precision, F1-score, and a confusion matrix to better understand performance.</a:t>
            </a:r>
            <a:endParaRPr sz="1600">
              <a:latin typeface="Times New Roman"/>
              <a:ea typeface="Times New Roman"/>
              <a:cs typeface="Times New Roman"/>
              <a:sym typeface="Times New Roman"/>
            </a:endParaRPr>
          </a:p>
          <a:p>
            <a:pPr indent="0" lvl="0" marL="0" rtl="0" algn="l">
              <a:spcBef>
                <a:spcPts val="0"/>
              </a:spcBef>
              <a:spcAft>
                <a:spcPts val="0"/>
              </a:spcAft>
              <a:buNone/>
            </a:pPr>
            <a:r>
              <a:t/>
            </a:r>
            <a:endParaRPr sz="1600">
              <a:latin typeface="Times New Roman"/>
              <a:ea typeface="Times New Roman"/>
              <a:cs typeface="Times New Roman"/>
              <a:sym typeface="Times New Roman"/>
            </a:endParaRPr>
          </a:p>
          <a:p>
            <a:pPr indent="0" lvl="0" marL="0" rtl="0" algn="l">
              <a:spcBef>
                <a:spcPts val="0"/>
              </a:spcBef>
              <a:spcAft>
                <a:spcPts val="0"/>
              </a:spcAft>
              <a:buNone/>
            </a:pPr>
            <a:r>
              <a:rPr lang="en" sz="1600">
                <a:latin typeface="Times New Roman"/>
                <a:ea typeface="Times New Roman"/>
                <a:cs typeface="Times New Roman"/>
                <a:sym typeface="Times New Roman"/>
              </a:rPr>
              <a:t>We learned that data cleaning and choosing the right evaluation metrics are just as important as training the model.</a:t>
            </a:r>
            <a:endParaRPr sz="16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01"/>
          <p:cNvSpPr txBox="1"/>
          <p:nvPr>
            <p:ph type="title"/>
          </p:nvPr>
        </p:nvSpPr>
        <p:spPr>
          <a:xfrm>
            <a:off x="285000" y="26325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Lessons Learned</a:t>
            </a:r>
            <a:endParaRPr/>
          </a:p>
        </p:txBody>
      </p:sp>
      <p:sp>
        <p:nvSpPr>
          <p:cNvPr id="819" name="Google Shape;819;p101"/>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820" name="Google Shape;820;p101"/>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821" name="Google Shape;821;p101"/>
          <p:cNvCxnSpPr/>
          <p:nvPr/>
        </p:nvCxnSpPr>
        <p:spPr>
          <a:xfrm rot="10800000">
            <a:off x="285000" y="4815950"/>
            <a:ext cx="8574000" cy="0"/>
          </a:xfrm>
          <a:prstGeom prst="straightConnector1">
            <a:avLst/>
          </a:prstGeom>
          <a:noFill/>
          <a:ln cap="flat" cmpd="sng" w="9525">
            <a:solidFill>
              <a:schemeClr val="lt2"/>
            </a:solidFill>
            <a:prstDash val="solid"/>
            <a:round/>
            <a:headEnd len="med" w="med" type="none"/>
            <a:tailEnd len="med" w="med" type="none"/>
          </a:ln>
        </p:spPr>
      </p:cxnSp>
      <p:sp>
        <p:nvSpPr>
          <p:cNvPr id="822" name="Google Shape;822;p101"/>
          <p:cNvSpPr txBox="1"/>
          <p:nvPr/>
        </p:nvSpPr>
        <p:spPr>
          <a:xfrm>
            <a:off x="344050" y="1001775"/>
            <a:ext cx="8514900" cy="3723000"/>
          </a:xfrm>
          <a:prstGeom prst="rect">
            <a:avLst/>
          </a:prstGeom>
          <a:noFill/>
          <a:ln>
            <a:noFill/>
          </a:ln>
        </p:spPr>
        <p:txBody>
          <a:bodyPr anchorCtr="0" anchor="t" bIns="91425" lIns="91425" spcFirstLastPara="1" rIns="91425" wrap="square" tIns="91425">
            <a:noAutofit/>
          </a:bodyPr>
          <a:lstStyle/>
          <a:p>
            <a:pPr indent="-323850" lvl="0" marL="457200" rtl="0" algn="l">
              <a:lnSpc>
                <a:spcPct val="200000"/>
              </a:lnSpc>
              <a:spcBef>
                <a:spcPts val="1200"/>
              </a:spcBef>
              <a:spcAft>
                <a:spcPts val="0"/>
              </a:spcAft>
              <a:buSzPts val="1500"/>
              <a:buFont typeface="Times New Roman"/>
              <a:buChar char="●"/>
            </a:pPr>
            <a:r>
              <a:rPr lang="en" sz="1500">
                <a:latin typeface="Times New Roman"/>
                <a:ea typeface="Times New Roman"/>
                <a:cs typeface="Times New Roman"/>
                <a:sym typeface="Times New Roman"/>
              </a:rPr>
              <a:t>When dealing with class imbalance, evaluating models based off raw data is not enough. </a:t>
            </a:r>
            <a:endParaRPr sz="1500">
              <a:latin typeface="Times New Roman"/>
              <a:ea typeface="Times New Roman"/>
              <a:cs typeface="Times New Roman"/>
              <a:sym typeface="Times New Roman"/>
            </a:endParaRPr>
          </a:p>
          <a:p>
            <a:pPr indent="-323850" lvl="1" marL="914400" rtl="0" algn="l">
              <a:lnSpc>
                <a:spcPct val="200000"/>
              </a:lnSpc>
              <a:spcBef>
                <a:spcPts val="0"/>
              </a:spcBef>
              <a:spcAft>
                <a:spcPts val="0"/>
              </a:spcAft>
              <a:buSzPts val="1500"/>
              <a:buFont typeface="Times New Roman"/>
              <a:buAutoNum type="alphaLcPeriod"/>
            </a:pPr>
            <a:r>
              <a:rPr lang="en" sz="1500">
                <a:latin typeface="Times New Roman"/>
                <a:ea typeface="Times New Roman"/>
                <a:cs typeface="Times New Roman"/>
                <a:sym typeface="Times New Roman"/>
              </a:rPr>
              <a:t>F1 score, Recall, etc.</a:t>
            </a:r>
            <a:endParaRPr sz="1500">
              <a:latin typeface="Times New Roman"/>
              <a:ea typeface="Times New Roman"/>
              <a:cs typeface="Times New Roman"/>
              <a:sym typeface="Times New Roman"/>
            </a:endParaRPr>
          </a:p>
          <a:p>
            <a:pPr indent="-323850" lvl="0" marL="457200" rtl="0" algn="l">
              <a:lnSpc>
                <a:spcPct val="20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In real world, false positives cost the company money </a:t>
            </a:r>
            <a:endParaRPr sz="1500">
              <a:latin typeface="Times New Roman"/>
              <a:ea typeface="Times New Roman"/>
              <a:cs typeface="Times New Roman"/>
              <a:sym typeface="Times New Roman"/>
            </a:endParaRPr>
          </a:p>
          <a:p>
            <a:pPr indent="-323850" lvl="1" marL="914400" rtl="0" algn="l">
              <a:lnSpc>
                <a:spcPct val="200000"/>
              </a:lnSpc>
              <a:spcBef>
                <a:spcPts val="0"/>
              </a:spcBef>
              <a:spcAft>
                <a:spcPts val="0"/>
              </a:spcAft>
              <a:buSzPts val="1500"/>
              <a:buFont typeface="Times New Roman"/>
              <a:buAutoNum type="alphaLcPeriod"/>
            </a:pPr>
            <a:r>
              <a:rPr lang="en" sz="1500">
                <a:latin typeface="Times New Roman"/>
                <a:ea typeface="Times New Roman"/>
                <a:cs typeface="Times New Roman"/>
                <a:sym typeface="Times New Roman"/>
              </a:rPr>
              <a:t>Giving discount to customer that wasn’t planning on leaving </a:t>
            </a:r>
            <a:endParaRPr sz="1500">
              <a:latin typeface="Times New Roman"/>
              <a:ea typeface="Times New Roman"/>
              <a:cs typeface="Times New Roman"/>
              <a:sym typeface="Times New Roman"/>
            </a:endParaRPr>
          </a:p>
          <a:p>
            <a:pPr indent="-323850" lvl="0" marL="457200" rtl="0" algn="l">
              <a:lnSpc>
                <a:spcPct val="20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Importance of data preprocessing </a:t>
            </a:r>
            <a:endParaRPr sz="1500">
              <a:latin typeface="Times New Roman"/>
              <a:ea typeface="Times New Roman"/>
              <a:cs typeface="Times New Roman"/>
              <a:sym typeface="Times New Roman"/>
            </a:endParaRPr>
          </a:p>
          <a:p>
            <a:pPr indent="-323850" lvl="1" marL="914400" rtl="0" algn="l">
              <a:lnSpc>
                <a:spcPct val="200000"/>
              </a:lnSpc>
              <a:spcBef>
                <a:spcPts val="0"/>
              </a:spcBef>
              <a:spcAft>
                <a:spcPts val="0"/>
              </a:spcAft>
              <a:buSzPts val="1500"/>
              <a:buFont typeface="Times New Roman"/>
              <a:buAutoNum type="alphaLcPeriod"/>
            </a:pPr>
            <a:r>
              <a:rPr lang="en" sz="1500">
                <a:latin typeface="Times New Roman"/>
                <a:ea typeface="Times New Roman"/>
                <a:cs typeface="Times New Roman"/>
                <a:sym typeface="Times New Roman"/>
              </a:rPr>
              <a:t>Cleaning and transformation of features in order to be able to work with dataset</a:t>
            </a:r>
            <a:endParaRPr sz="1500">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rgbClr val="1C2026"/>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02"/>
          <p:cNvSpPr txBox="1"/>
          <p:nvPr>
            <p:ph type="title"/>
          </p:nvPr>
        </p:nvSpPr>
        <p:spPr>
          <a:xfrm>
            <a:off x="285000" y="26325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Future Work</a:t>
            </a:r>
            <a:endParaRPr/>
          </a:p>
        </p:txBody>
      </p:sp>
      <p:sp>
        <p:nvSpPr>
          <p:cNvPr id="828" name="Google Shape;828;p102"/>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829" name="Google Shape;829;p102"/>
          <p:cNvCxnSpPr/>
          <p:nvPr/>
        </p:nvCxnSpPr>
        <p:spPr>
          <a:xfrm rot="10800000">
            <a:off x="285000" y="759425"/>
            <a:ext cx="8574000" cy="0"/>
          </a:xfrm>
          <a:prstGeom prst="straightConnector1">
            <a:avLst/>
          </a:prstGeom>
          <a:noFill/>
          <a:ln cap="flat" cmpd="sng" w="9525">
            <a:solidFill>
              <a:schemeClr val="lt2"/>
            </a:solidFill>
            <a:prstDash val="solid"/>
            <a:round/>
            <a:headEnd len="med" w="med" type="none"/>
            <a:tailEnd len="med" w="med" type="none"/>
          </a:ln>
        </p:spPr>
      </p:cxnSp>
      <p:cxnSp>
        <p:nvCxnSpPr>
          <p:cNvPr id="830" name="Google Shape;830;p102"/>
          <p:cNvCxnSpPr/>
          <p:nvPr/>
        </p:nvCxnSpPr>
        <p:spPr>
          <a:xfrm rot="10800000">
            <a:off x="285000" y="4815950"/>
            <a:ext cx="8574000" cy="0"/>
          </a:xfrm>
          <a:prstGeom prst="straightConnector1">
            <a:avLst/>
          </a:prstGeom>
          <a:noFill/>
          <a:ln cap="flat" cmpd="sng" w="9525">
            <a:solidFill>
              <a:schemeClr val="lt2"/>
            </a:solidFill>
            <a:prstDash val="solid"/>
            <a:round/>
            <a:headEnd len="med" w="med" type="none"/>
            <a:tailEnd len="med" w="med" type="none"/>
          </a:ln>
        </p:spPr>
      </p:cxnSp>
      <p:sp>
        <p:nvSpPr>
          <p:cNvPr id="831" name="Google Shape;831;p102"/>
          <p:cNvSpPr txBox="1"/>
          <p:nvPr/>
        </p:nvSpPr>
        <p:spPr>
          <a:xfrm>
            <a:off x="344050" y="1001775"/>
            <a:ext cx="8514900" cy="4141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1200"/>
              </a:spcBef>
              <a:spcAft>
                <a:spcPts val="0"/>
              </a:spcAft>
              <a:buNone/>
            </a:pPr>
            <a:r>
              <a:rPr b="1" i="1" lang="en" sz="2200">
                <a:latin typeface="Times New Roman"/>
                <a:ea typeface="Times New Roman"/>
                <a:cs typeface="Times New Roman"/>
                <a:sym typeface="Times New Roman"/>
              </a:rPr>
              <a:t>Next steps: improve evaluation, explain results, and turn predictions into action.</a:t>
            </a:r>
            <a:endParaRPr b="1" i="1" sz="2200">
              <a:latin typeface="Times New Roman"/>
              <a:ea typeface="Times New Roman"/>
              <a:cs typeface="Times New Roman"/>
              <a:sym typeface="Times New Roman"/>
            </a:endParaRPr>
          </a:p>
          <a:p>
            <a:pPr indent="0" lvl="0" marL="0" rtl="0" algn="ctr">
              <a:lnSpc>
                <a:spcPct val="100000"/>
              </a:lnSpc>
              <a:spcBef>
                <a:spcPts val="1200"/>
              </a:spcBef>
              <a:spcAft>
                <a:spcPts val="0"/>
              </a:spcAft>
              <a:buNone/>
            </a:pPr>
            <a:r>
              <a:t/>
            </a:r>
            <a:endParaRPr b="1" i="1" sz="2200">
              <a:latin typeface="Times New Roman"/>
              <a:ea typeface="Times New Roman"/>
              <a:cs typeface="Times New Roman"/>
              <a:sym typeface="Times New Roman"/>
            </a:endParaRPr>
          </a:p>
          <a:p>
            <a:pPr indent="-355600" lvl="0" marL="457200" rtl="0" algn="l">
              <a:lnSpc>
                <a:spcPct val="100000"/>
              </a:lnSpc>
              <a:spcBef>
                <a:spcPts val="1200"/>
              </a:spcBef>
              <a:spcAft>
                <a:spcPts val="0"/>
              </a:spcAft>
              <a:buSzPts val="2000"/>
              <a:buFont typeface="Times New Roman"/>
              <a:buChar char="-"/>
            </a:pPr>
            <a:r>
              <a:rPr lang="en" sz="2000">
                <a:latin typeface="Times New Roman"/>
                <a:ea typeface="Times New Roman"/>
                <a:cs typeface="Times New Roman"/>
                <a:sym typeface="Times New Roman"/>
              </a:rPr>
              <a:t>Compare models with recall, F1-score, ROC-AUC, and a confusion matrix.</a:t>
            </a:r>
            <a:endParaRPr sz="2000">
              <a:latin typeface="Times New Roman"/>
              <a:ea typeface="Times New Roman"/>
              <a:cs typeface="Times New Roman"/>
              <a:sym typeface="Times New Roman"/>
            </a:endParaRPr>
          </a:p>
          <a:p>
            <a:pPr indent="-355600" lvl="0" marL="457200" rtl="0" algn="l">
              <a:lnSpc>
                <a:spcPct val="100000"/>
              </a:lnSpc>
              <a:spcBef>
                <a:spcPts val="0"/>
              </a:spcBef>
              <a:spcAft>
                <a:spcPts val="0"/>
              </a:spcAft>
              <a:buSzPts val="2000"/>
              <a:buFont typeface="Times New Roman"/>
              <a:buChar char="-"/>
            </a:pPr>
            <a:r>
              <a:rPr lang="en" sz="2000">
                <a:latin typeface="Times New Roman"/>
                <a:ea typeface="Times New Roman"/>
                <a:cs typeface="Times New Roman"/>
                <a:sym typeface="Times New Roman"/>
              </a:rPr>
              <a:t>Handle the imbalanced Churn target using SMOTE or class weights.</a:t>
            </a:r>
            <a:endParaRPr sz="2000">
              <a:latin typeface="Times New Roman"/>
              <a:ea typeface="Times New Roman"/>
              <a:cs typeface="Times New Roman"/>
              <a:sym typeface="Times New Roman"/>
            </a:endParaRPr>
          </a:p>
          <a:p>
            <a:pPr indent="-355600" lvl="0" marL="457200" rtl="0" algn="l">
              <a:lnSpc>
                <a:spcPct val="100000"/>
              </a:lnSpc>
              <a:spcBef>
                <a:spcPts val="0"/>
              </a:spcBef>
              <a:spcAft>
                <a:spcPts val="0"/>
              </a:spcAft>
              <a:buSzPts val="2000"/>
              <a:buFont typeface="Times New Roman"/>
              <a:buChar char="-"/>
            </a:pPr>
            <a:r>
              <a:rPr lang="en" sz="2000">
                <a:latin typeface="Times New Roman"/>
                <a:ea typeface="Times New Roman"/>
                <a:cs typeface="Times New Roman"/>
                <a:sym typeface="Times New Roman"/>
              </a:rPr>
              <a:t>Use feature importance to explain key churn factors like tenure, contract type, charges, and support services.</a:t>
            </a:r>
            <a:endParaRPr sz="2000">
              <a:latin typeface="Times New Roman"/>
              <a:ea typeface="Times New Roman"/>
              <a:cs typeface="Times New Roman"/>
              <a:sym typeface="Times New Roman"/>
            </a:endParaRPr>
          </a:p>
          <a:p>
            <a:pPr indent="-355600" lvl="0" marL="457200" rtl="0" algn="l">
              <a:lnSpc>
                <a:spcPct val="100000"/>
              </a:lnSpc>
              <a:spcBef>
                <a:spcPts val="0"/>
              </a:spcBef>
              <a:spcAft>
                <a:spcPts val="0"/>
              </a:spcAft>
              <a:buSzPts val="2000"/>
              <a:buFont typeface="Times New Roman"/>
              <a:buChar char="-"/>
            </a:pPr>
            <a:r>
              <a:rPr lang="en" sz="2000">
                <a:latin typeface="Times New Roman"/>
                <a:ea typeface="Times New Roman"/>
                <a:cs typeface="Times New Roman"/>
                <a:sym typeface="Times New Roman"/>
              </a:rPr>
              <a:t> Flag high-risk customers for discounts, better support, or plan changes.</a:t>
            </a:r>
            <a:endParaRPr sz="2000">
              <a:latin typeface="Times New Roman"/>
              <a:ea typeface="Times New Roman"/>
              <a:cs typeface="Times New Roman"/>
              <a:sym typeface="Times New Roman"/>
            </a:endParaRPr>
          </a:p>
          <a:p>
            <a:pPr indent="0" lvl="0" marL="457200" rtl="0" algn="l">
              <a:lnSpc>
                <a:spcPct val="200000"/>
              </a:lnSpc>
              <a:spcBef>
                <a:spcPts val="1200"/>
              </a:spcBef>
              <a:spcAft>
                <a:spcPts val="1200"/>
              </a:spcAft>
              <a:buNone/>
            </a:pPr>
            <a:r>
              <a:t/>
            </a:r>
            <a:endParaRPr b="1" i="1" sz="22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835" name="Shape 835"/>
        <p:cNvGrpSpPr/>
        <p:nvPr/>
      </p:nvGrpSpPr>
      <p:grpSpPr>
        <a:xfrm>
          <a:off x="0" y="0"/>
          <a:ext cx="0" cy="0"/>
          <a:chOff x="0" y="0"/>
          <a:chExt cx="0" cy="0"/>
        </a:xfrm>
      </p:grpSpPr>
      <p:sp>
        <p:nvSpPr>
          <p:cNvPr id="836" name="Google Shape;836;p103"/>
          <p:cNvSpPr txBox="1"/>
          <p:nvPr>
            <p:ph type="title"/>
          </p:nvPr>
        </p:nvSpPr>
        <p:spPr>
          <a:xfrm>
            <a:off x="1182150" y="1765350"/>
            <a:ext cx="6779700" cy="17652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Any questions?</a:t>
            </a:r>
            <a:endParaRPr/>
          </a:p>
          <a:p>
            <a:pPr indent="0" lvl="0" marL="0" rtl="0" algn="l">
              <a:spcBef>
                <a:spcPts val="0"/>
              </a:spcBef>
              <a:spcAft>
                <a:spcPts val="0"/>
              </a:spcAft>
              <a:buNone/>
            </a:pPr>
            <a:r>
              <a:t/>
            </a:r>
            <a:endParaRPr/>
          </a:p>
        </p:txBody>
      </p:sp>
      <p:pic>
        <p:nvPicPr>
          <p:cNvPr descr="A modern glass building under a sunny blue sky. " id="837" name="Google Shape;837;p103"/>
          <p:cNvPicPr preferRelativeResize="0"/>
          <p:nvPr/>
        </p:nvPicPr>
        <p:blipFill rotWithShape="1">
          <a:blip r:embed="rId3">
            <a:alphaModFix/>
          </a:blip>
          <a:srcRect b="36562" l="0" r="0" t="46566"/>
          <a:stretch/>
        </p:blipFill>
        <p:spPr>
          <a:xfrm>
            <a:off x="9127" y="0"/>
            <a:ext cx="9143997" cy="1028275"/>
          </a:xfrm>
          <a:prstGeom prst="rect">
            <a:avLst/>
          </a:prstGeom>
          <a:noFill/>
          <a:ln>
            <a:noFill/>
          </a:ln>
        </p:spPr>
      </p:pic>
      <p:sp>
        <p:nvSpPr>
          <p:cNvPr id="838" name="Google Shape;838;p103"/>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839" name="Google Shape;839;p103"/>
          <p:cNvCxnSpPr/>
          <p:nvPr/>
        </p:nvCxnSpPr>
        <p:spPr>
          <a:xfrm rot="10800000">
            <a:off x="283720" y="4607525"/>
            <a:ext cx="85773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Project Kickoff Presentation">
  <a:themeElements>
    <a:clrScheme name="Simple Light">
      <a:dk1>
        <a:srgbClr val="FBFBFB"/>
      </a:dk1>
      <a:lt1>
        <a:srgbClr val="1C2026"/>
      </a:lt1>
      <a:dk2>
        <a:srgbClr val="F5F5F5"/>
      </a:dk2>
      <a:lt2>
        <a:srgbClr val="1C2026"/>
      </a:lt2>
      <a:accent1>
        <a:srgbClr val="E9E9E9"/>
      </a:accent1>
      <a:accent2>
        <a:srgbClr val="7A7A7A"/>
      </a:accent2>
      <a:accent3>
        <a:srgbClr val="C2C2C2"/>
      </a:accent3>
      <a:accent4>
        <a:srgbClr val="434343"/>
      </a:accent4>
      <a:accent5>
        <a:srgbClr val="666666"/>
      </a:accent5>
      <a:accent6>
        <a:srgbClr val="999999"/>
      </a:accent6>
      <a:hlink>
        <a:srgbClr val="B7B7B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Kickoff Presentation">
  <a:themeElements>
    <a:clrScheme name="Simple Light">
      <a:dk1>
        <a:srgbClr val="FBFBFB"/>
      </a:dk1>
      <a:lt1>
        <a:srgbClr val="1C2026"/>
      </a:lt1>
      <a:dk2>
        <a:srgbClr val="F5F5F5"/>
      </a:dk2>
      <a:lt2>
        <a:srgbClr val="1C2026"/>
      </a:lt2>
      <a:accent1>
        <a:srgbClr val="E9E9E9"/>
      </a:accent1>
      <a:accent2>
        <a:srgbClr val="7A7A7A"/>
      </a:accent2>
      <a:accent3>
        <a:srgbClr val="C2C2C2"/>
      </a:accent3>
      <a:accent4>
        <a:srgbClr val="434343"/>
      </a:accent4>
      <a:accent5>
        <a:srgbClr val="666666"/>
      </a:accent5>
      <a:accent6>
        <a:srgbClr val="999999"/>
      </a:accent6>
      <a:hlink>
        <a:srgbClr val="B7B7B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